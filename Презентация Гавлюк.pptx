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5" r:id="rId25"/>
    <p:sldId id="279" r:id="rId26"/>
    <p:sldId id="282" r:id="rId27"/>
    <p:sldId id="280" r:id="rId28"/>
    <p:sldId id="281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 varScale="1">
        <p:scale>
          <a:sx n="75" d="100"/>
          <a:sy n="75" d="100"/>
        </p:scale>
        <p:origin x="86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рина Гавлюк" userId="8c97c59bf24d5333" providerId="LiveId" clId="{FD3C1A0A-F23B-4427-B92F-4062A458202F}"/>
    <pc:docChg chg="undo redo custSel addSld delSld modSld sldOrd modMainMaster">
      <pc:chgData name="Ирина Гавлюк" userId="8c97c59bf24d5333" providerId="LiveId" clId="{FD3C1A0A-F23B-4427-B92F-4062A458202F}" dt="2024-06-08T21:24:14.593" v="2046" actId="1076"/>
      <pc:docMkLst>
        <pc:docMk/>
      </pc:docMkLst>
      <pc:sldChg chg="addSp modSp new mod">
        <pc:chgData name="Ирина Гавлюк" userId="8c97c59bf24d5333" providerId="LiveId" clId="{FD3C1A0A-F23B-4427-B92F-4062A458202F}" dt="2024-06-08T20:28:56.175" v="1874"/>
        <pc:sldMkLst>
          <pc:docMk/>
          <pc:sldMk cId="2337713380" sldId="256"/>
        </pc:sldMkLst>
        <pc:spChg chg="mod">
          <ac:chgData name="Ирина Гавлюк" userId="8c97c59bf24d5333" providerId="LiveId" clId="{FD3C1A0A-F23B-4427-B92F-4062A458202F}" dt="2024-06-08T20:28:56.175" v="1874"/>
          <ac:spMkLst>
            <pc:docMk/>
            <pc:sldMk cId="2337713380" sldId="256"/>
            <ac:spMk id="2" creationId="{97AD2651-B127-44F6-93C6-F073704D165B}"/>
          </ac:spMkLst>
        </pc:spChg>
        <pc:spChg chg="mod">
          <ac:chgData name="Ирина Гавлюк" userId="8c97c59bf24d5333" providerId="LiveId" clId="{FD3C1A0A-F23B-4427-B92F-4062A458202F}" dt="2024-06-07T07:18:37.833" v="73" actId="20577"/>
          <ac:spMkLst>
            <pc:docMk/>
            <pc:sldMk cId="2337713380" sldId="256"/>
            <ac:spMk id="3" creationId="{B31F02E7-28F3-4337-AE70-068C4AC3A211}"/>
          </ac:spMkLst>
        </pc:spChg>
        <pc:spChg chg="add mod">
          <ac:chgData name="Ирина Гавлюк" userId="8c97c59bf24d5333" providerId="LiveId" clId="{FD3C1A0A-F23B-4427-B92F-4062A458202F}" dt="2024-06-07T07:19:19.162" v="79" actId="1076"/>
          <ac:spMkLst>
            <pc:docMk/>
            <pc:sldMk cId="2337713380" sldId="256"/>
            <ac:spMk id="5" creationId="{AA278FF7-DB86-4604-A253-1AC2CB515955}"/>
          </ac:spMkLst>
        </pc:spChg>
        <pc:spChg chg="add mod">
          <ac:chgData name="Ирина Гавлюк" userId="8c97c59bf24d5333" providerId="LiveId" clId="{FD3C1A0A-F23B-4427-B92F-4062A458202F}" dt="2024-06-08T13:59:36.254" v="940" actId="404"/>
          <ac:spMkLst>
            <pc:docMk/>
            <pc:sldMk cId="2337713380" sldId="256"/>
            <ac:spMk id="6" creationId="{00D1E1AA-0AA7-4C04-A421-379ECB43F243}"/>
          </ac:spMkLst>
        </pc:spChg>
      </pc:sldChg>
      <pc:sldChg chg="addSp delSp modSp new mod">
        <pc:chgData name="Ирина Гавлюк" userId="8c97c59bf24d5333" providerId="LiveId" clId="{FD3C1A0A-F23B-4427-B92F-4062A458202F}" dt="2024-06-08T20:28:31.555" v="1869" actId="113"/>
        <pc:sldMkLst>
          <pc:docMk/>
          <pc:sldMk cId="1762349406" sldId="257"/>
        </pc:sldMkLst>
        <pc:spChg chg="del mod">
          <ac:chgData name="Ирина Гавлюк" userId="8c97c59bf24d5333" providerId="LiveId" clId="{FD3C1A0A-F23B-4427-B92F-4062A458202F}" dt="2024-06-07T07:19:41.650" v="80"/>
          <ac:spMkLst>
            <pc:docMk/>
            <pc:sldMk cId="1762349406" sldId="257"/>
            <ac:spMk id="2" creationId="{78E61DEE-BF37-477B-BAAD-C01EF344C817}"/>
          </ac:spMkLst>
        </pc:spChg>
        <pc:spChg chg="del mod">
          <ac:chgData name="Ирина Гавлюк" userId="8c97c59bf24d5333" providerId="LiveId" clId="{FD3C1A0A-F23B-4427-B92F-4062A458202F}" dt="2024-06-07T07:19:44.933" v="81" actId="478"/>
          <ac:spMkLst>
            <pc:docMk/>
            <pc:sldMk cId="1762349406" sldId="257"/>
            <ac:spMk id="3" creationId="{58309EF7-5978-41EA-A4E3-3B4945C04EE6}"/>
          </ac:spMkLst>
        </pc:spChg>
        <pc:spChg chg="add mod">
          <ac:chgData name="Ирина Гавлюк" userId="8c97c59bf24d5333" providerId="LiveId" clId="{FD3C1A0A-F23B-4427-B92F-4062A458202F}" dt="2024-06-08T20:28:31.555" v="1869" actId="113"/>
          <ac:spMkLst>
            <pc:docMk/>
            <pc:sldMk cId="1762349406" sldId="257"/>
            <ac:spMk id="4" creationId="{C59A9B51-FC93-4C80-877A-4108E7B081DF}"/>
          </ac:spMkLst>
        </pc:spChg>
        <pc:graphicFrameChg chg="add del mod modGraphic">
          <ac:chgData name="Ирина Гавлюк" userId="8c97c59bf24d5333" providerId="LiveId" clId="{FD3C1A0A-F23B-4427-B92F-4062A458202F}" dt="2024-06-07T07:21:37.362" v="99" actId="478"/>
          <ac:graphicFrameMkLst>
            <pc:docMk/>
            <pc:sldMk cId="1762349406" sldId="257"/>
            <ac:graphicFrameMk id="6" creationId="{63546656-3F84-49D0-8DE3-20E15B2A242C}"/>
          </ac:graphicFrameMkLst>
        </pc:graphicFrameChg>
      </pc:sldChg>
      <pc:sldChg chg="addSp modSp new mod">
        <pc:chgData name="Ирина Гавлюк" userId="8c97c59bf24d5333" providerId="LiveId" clId="{FD3C1A0A-F23B-4427-B92F-4062A458202F}" dt="2024-06-08T20:28:23.190" v="1867"/>
        <pc:sldMkLst>
          <pc:docMk/>
          <pc:sldMk cId="1834580871" sldId="258"/>
        </pc:sldMkLst>
        <pc:spChg chg="mod">
          <ac:chgData name="Ирина Гавлюк" userId="8c97c59bf24d5333" providerId="LiveId" clId="{FD3C1A0A-F23B-4427-B92F-4062A458202F}" dt="2024-06-08T20:28:23.190" v="1867"/>
          <ac:spMkLst>
            <pc:docMk/>
            <pc:sldMk cId="1834580871" sldId="258"/>
            <ac:spMk id="2" creationId="{D595A725-FD6F-464B-A8A8-47FE806945E9}"/>
          </ac:spMkLst>
        </pc:spChg>
        <pc:spChg chg="mod">
          <ac:chgData name="Ирина Гавлюк" userId="8c97c59bf24d5333" providerId="LiveId" clId="{FD3C1A0A-F23B-4427-B92F-4062A458202F}" dt="2024-06-08T14:20:29.464" v="1071" actId="207"/>
          <ac:spMkLst>
            <pc:docMk/>
            <pc:sldMk cId="1834580871" sldId="258"/>
            <ac:spMk id="3" creationId="{99BFBABA-CA67-4D31-9FBA-23BF15A25533}"/>
          </ac:spMkLst>
        </pc:spChg>
        <pc:spChg chg="add mod">
          <ac:chgData name="Ирина Гавлюк" userId="8c97c59bf24d5333" providerId="LiveId" clId="{FD3C1A0A-F23B-4427-B92F-4062A458202F}" dt="2024-06-08T14:20:33.410" v="1072" actId="207"/>
          <ac:spMkLst>
            <pc:docMk/>
            <pc:sldMk cId="1834580871" sldId="258"/>
            <ac:spMk id="5" creationId="{8A9DD798-4FF6-4EAA-A5C9-78B6B1E11D89}"/>
          </ac:spMkLst>
        </pc:spChg>
      </pc:sldChg>
      <pc:sldChg chg="modSp new mod">
        <pc:chgData name="Ирина Гавлюк" userId="8c97c59bf24d5333" providerId="LiveId" clId="{FD3C1A0A-F23B-4427-B92F-4062A458202F}" dt="2024-06-08T20:28:19.445" v="1866"/>
        <pc:sldMkLst>
          <pc:docMk/>
          <pc:sldMk cId="1381441347" sldId="259"/>
        </pc:sldMkLst>
        <pc:spChg chg="mod">
          <ac:chgData name="Ирина Гавлюк" userId="8c97c59bf24d5333" providerId="LiveId" clId="{FD3C1A0A-F23B-4427-B92F-4062A458202F}" dt="2024-06-08T20:28:19.445" v="1866"/>
          <ac:spMkLst>
            <pc:docMk/>
            <pc:sldMk cId="1381441347" sldId="259"/>
            <ac:spMk id="2" creationId="{9107438D-CB71-4907-AA08-2EF3F85631BF}"/>
          </ac:spMkLst>
        </pc:spChg>
        <pc:spChg chg="mod">
          <ac:chgData name="Ирина Гавлюк" userId="8c97c59bf24d5333" providerId="LiveId" clId="{FD3C1A0A-F23B-4427-B92F-4062A458202F}" dt="2024-06-08T14:20:37.500" v="1073" actId="207"/>
          <ac:spMkLst>
            <pc:docMk/>
            <pc:sldMk cId="1381441347" sldId="259"/>
            <ac:spMk id="3" creationId="{2A357DA3-9868-40A8-9210-45B590A3FFF8}"/>
          </ac:spMkLst>
        </pc:spChg>
      </pc:sldChg>
      <pc:sldChg chg="addSp modSp new mod">
        <pc:chgData name="Ирина Гавлюк" userId="8c97c59bf24d5333" providerId="LiveId" clId="{FD3C1A0A-F23B-4427-B92F-4062A458202F}" dt="2024-06-08T20:28:09.164" v="1865"/>
        <pc:sldMkLst>
          <pc:docMk/>
          <pc:sldMk cId="831746864" sldId="260"/>
        </pc:sldMkLst>
        <pc:spChg chg="mod">
          <ac:chgData name="Ирина Гавлюк" userId="8c97c59bf24d5333" providerId="LiveId" clId="{FD3C1A0A-F23B-4427-B92F-4062A458202F}" dt="2024-06-08T20:28:09.164" v="1865"/>
          <ac:spMkLst>
            <pc:docMk/>
            <pc:sldMk cId="831746864" sldId="260"/>
            <ac:spMk id="2" creationId="{9689046D-F2B4-497B-A9A8-FCECD1D22CF4}"/>
          </ac:spMkLst>
        </pc:spChg>
        <pc:spChg chg="mod">
          <ac:chgData name="Ирина Гавлюк" userId="8c97c59bf24d5333" providerId="LiveId" clId="{FD3C1A0A-F23B-4427-B92F-4062A458202F}" dt="2024-06-08T14:20:56.305" v="1077" actId="207"/>
          <ac:spMkLst>
            <pc:docMk/>
            <pc:sldMk cId="831746864" sldId="260"/>
            <ac:spMk id="3" creationId="{B35A6C2D-7D84-4410-9189-674C38B7E03C}"/>
          </ac:spMkLst>
        </pc:spChg>
        <pc:spChg chg="add mod">
          <ac:chgData name="Ирина Гавлюк" userId="8c97c59bf24d5333" providerId="LiveId" clId="{FD3C1A0A-F23B-4427-B92F-4062A458202F}" dt="2024-06-08T14:20:53.640" v="1076" actId="207"/>
          <ac:spMkLst>
            <pc:docMk/>
            <pc:sldMk cId="831746864" sldId="260"/>
            <ac:spMk id="5" creationId="{EEA917FC-4876-4384-AD97-9CE44D924A0D}"/>
          </ac:spMkLst>
        </pc:spChg>
      </pc:sldChg>
      <pc:sldChg chg="modSp new mod">
        <pc:chgData name="Ирина Гавлюк" userId="8c97c59bf24d5333" providerId="LiveId" clId="{FD3C1A0A-F23B-4427-B92F-4062A458202F}" dt="2024-06-08T20:27:56.205" v="1864"/>
        <pc:sldMkLst>
          <pc:docMk/>
          <pc:sldMk cId="2556699681" sldId="261"/>
        </pc:sldMkLst>
        <pc:spChg chg="mod">
          <ac:chgData name="Ирина Гавлюк" userId="8c97c59bf24d5333" providerId="LiveId" clId="{FD3C1A0A-F23B-4427-B92F-4062A458202F}" dt="2024-06-08T20:27:56.205" v="1864"/>
          <ac:spMkLst>
            <pc:docMk/>
            <pc:sldMk cId="2556699681" sldId="261"/>
            <ac:spMk id="2" creationId="{129A65BF-B1EC-4551-BB7F-BBF082FF61C7}"/>
          </ac:spMkLst>
        </pc:spChg>
        <pc:spChg chg="mod">
          <ac:chgData name="Ирина Гавлюк" userId="8c97c59bf24d5333" providerId="LiveId" clId="{FD3C1A0A-F23B-4427-B92F-4062A458202F}" dt="2024-06-08T14:21:08.485" v="1080" actId="207"/>
          <ac:spMkLst>
            <pc:docMk/>
            <pc:sldMk cId="2556699681" sldId="261"/>
            <ac:spMk id="3" creationId="{3CDD9FD5-B220-4D5C-A181-972FE2E25785}"/>
          </ac:spMkLst>
        </pc:spChg>
      </pc:sldChg>
      <pc:sldChg chg="addSp delSp modSp new mod setBg">
        <pc:chgData name="Ирина Гавлюк" userId="8c97c59bf24d5333" providerId="LiveId" clId="{FD3C1A0A-F23B-4427-B92F-4062A458202F}" dt="2024-06-08T21:18:12.912" v="2009"/>
        <pc:sldMkLst>
          <pc:docMk/>
          <pc:sldMk cId="409298695" sldId="262"/>
        </pc:sldMkLst>
        <pc:spChg chg="del">
          <ac:chgData name="Ирина Гавлюк" userId="8c97c59bf24d5333" providerId="LiveId" clId="{FD3C1A0A-F23B-4427-B92F-4062A458202F}" dt="2024-06-07T08:05:03.158" v="853" actId="478"/>
          <ac:spMkLst>
            <pc:docMk/>
            <pc:sldMk cId="409298695" sldId="262"/>
            <ac:spMk id="2" creationId="{05F4301C-0625-4C8D-9175-C251EFAE9BB9}"/>
          </ac:spMkLst>
        </pc:spChg>
        <pc:spChg chg="mod">
          <ac:chgData name="Ирина Гавлюк" userId="8c97c59bf24d5333" providerId="LiveId" clId="{FD3C1A0A-F23B-4427-B92F-4062A458202F}" dt="2024-06-08T15:29:29.093" v="1280" actId="5793"/>
          <ac:spMkLst>
            <pc:docMk/>
            <pc:sldMk cId="409298695" sldId="262"/>
            <ac:spMk id="3" creationId="{D16DEB63-E922-42BF-ABDA-40EFA027C9E3}"/>
          </ac:spMkLst>
        </pc:spChg>
        <pc:picChg chg="add mod">
          <ac:chgData name="Ирина Гавлюк" userId="8c97c59bf24d5333" providerId="LiveId" clId="{FD3C1A0A-F23B-4427-B92F-4062A458202F}" dt="2024-06-08T21:18:04.346" v="1984" actId="1076"/>
          <ac:picMkLst>
            <pc:docMk/>
            <pc:sldMk cId="409298695" sldId="262"/>
            <ac:picMk id="4" creationId="{7E21D48B-F659-4D4F-978C-AB6434DDF649}"/>
          </ac:picMkLst>
        </pc:picChg>
        <pc:picChg chg="add del">
          <ac:chgData name="Ирина Гавлюк" userId="8c97c59bf24d5333" providerId="LiveId" clId="{FD3C1A0A-F23B-4427-B92F-4062A458202F}" dt="2024-06-08T13:50:42.555" v="923" actId="478"/>
          <ac:picMkLst>
            <pc:docMk/>
            <pc:sldMk cId="409298695" sldId="262"/>
            <ac:picMk id="1026" creationId="{4D433EE7-9F46-4373-9A44-16AD234444BC}"/>
          </ac:picMkLst>
        </pc:picChg>
        <pc:picChg chg="add del mod">
          <ac:chgData name="Ирина Гавлюк" userId="8c97c59bf24d5333" providerId="LiveId" clId="{FD3C1A0A-F23B-4427-B92F-4062A458202F}" dt="2024-06-08T21:16:33.332" v="1915" actId="478"/>
          <ac:picMkLst>
            <pc:docMk/>
            <pc:sldMk cId="409298695" sldId="262"/>
            <ac:picMk id="1028" creationId="{84B445CA-A542-41DA-8000-021A903AB9AF}"/>
          </ac:picMkLst>
        </pc:picChg>
        <pc:picChg chg="add del mod">
          <ac:chgData name="Ирина Гавлюк" userId="8c97c59bf24d5333" providerId="LiveId" clId="{FD3C1A0A-F23B-4427-B92F-4062A458202F}" dt="2024-06-08T13:50:42.555" v="923" actId="478"/>
          <ac:picMkLst>
            <pc:docMk/>
            <pc:sldMk cId="409298695" sldId="262"/>
            <ac:picMk id="2050" creationId="{3F443E9A-D459-454E-BFB6-2D6D2BD51555}"/>
          </ac:picMkLst>
        </pc:picChg>
      </pc:sldChg>
      <pc:sldChg chg="addSp modSp new mod">
        <pc:chgData name="Ирина Гавлюк" userId="8c97c59bf24d5333" providerId="LiveId" clId="{FD3C1A0A-F23B-4427-B92F-4062A458202F}" dt="2024-06-08T20:27:49.287" v="1863" actId="113"/>
        <pc:sldMkLst>
          <pc:docMk/>
          <pc:sldMk cId="1325226835" sldId="263"/>
        </pc:sldMkLst>
        <pc:spChg chg="mod">
          <ac:chgData name="Ирина Гавлюк" userId="8c97c59bf24d5333" providerId="LiveId" clId="{FD3C1A0A-F23B-4427-B92F-4062A458202F}" dt="2024-06-08T20:27:49.287" v="1863" actId="113"/>
          <ac:spMkLst>
            <pc:docMk/>
            <pc:sldMk cId="1325226835" sldId="263"/>
            <ac:spMk id="2" creationId="{6377925E-FC27-477C-8EC6-0EA792E94916}"/>
          </ac:spMkLst>
        </pc:spChg>
        <pc:spChg chg="mod">
          <ac:chgData name="Ирина Гавлюк" userId="8c97c59bf24d5333" providerId="LiveId" clId="{FD3C1A0A-F23B-4427-B92F-4062A458202F}" dt="2024-06-08T14:13:57.989" v="973" actId="1076"/>
          <ac:spMkLst>
            <pc:docMk/>
            <pc:sldMk cId="1325226835" sldId="263"/>
            <ac:spMk id="3" creationId="{6B576F82-0602-4203-86A3-172E5317017B}"/>
          </ac:spMkLst>
        </pc:spChg>
        <pc:spChg chg="add mod">
          <ac:chgData name="Ирина Гавлюк" userId="8c97c59bf24d5333" providerId="LiveId" clId="{FD3C1A0A-F23B-4427-B92F-4062A458202F}" dt="2024-06-08T13:54:19.825" v="931" actId="1076"/>
          <ac:spMkLst>
            <pc:docMk/>
            <pc:sldMk cId="1325226835" sldId="263"/>
            <ac:spMk id="5" creationId="{7A68BB06-0746-4F23-8111-6AD8F03099D9}"/>
          </ac:spMkLst>
        </pc:spChg>
      </pc:sldChg>
      <pc:sldChg chg="addSp delSp modSp new mod">
        <pc:chgData name="Ирина Гавлюк" userId="8c97c59bf24d5333" providerId="LiveId" clId="{FD3C1A0A-F23B-4427-B92F-4062A458202F}" dt="2024-06-08T20:27:40.970" v="1860"/>
        <pc:sldMkLst>
          <pc:docMk/>
          <pc:sldMk cId="39440166" sldId="264"/>
        </pc:sldMkLst>
        <pc:spChg chg="mod">
          <ac:chgData name="Ирина Гавлюк" userId="8c97c59bf24d5333" providerId="LiveId" clId="{FD3C1A0A-F23B-4427-B92F-4062A458202F}" dt="2024-06-08T20:27:40.970" v="1860"/>
          <ac:spMkLst>
            <pc:docMk/>
            <pc:sldMk cId="39440166" sldId="264"/>
            <ac:spMk id="2" creationId="{96E66386-A07A-4D37-B379-FDEB05B7DF0F}"/>
          </ac:spMkLst>
        </pc:spChg>
        <pc:spChg chg="mod">
          <ac:chgData name="Ирина Гавлюк" userId="8c97c59bf24d5333" providerId="LiveId" clId="{FD3C1A0A-F23B-4427-B92F-4062A458202F}" dt="2024-06-08T14:19:25.355" v="1062" actId="1076"/>
          <ac:spMkLst>
            <pc:docMk/>
            <pc:sldMk cId="39440166" sldId="264"/>
            <ac:spMk id="3" creationId="{044F60FE-5EFC-4AB0-B43A-6A72F8EC0F3F}"/>
          </ac:spMkLst>
        </pc:spChg>
        <pc:picChg chg="add del mod">
          <ac:chgData name="Ирина Гавлюк" userId="8c97c59bf24d5333" providerId="LiveId" clId="{FD3C1A0A-F23B-4427-B92F-4062A458202F}" dt="2024-06-08T14:16:42.065" v="996" actId="21"/>
          <ac:picMkLst>
            <pc:docMk/>
            <pc:sldMk cId="39440166" sldId="264"/>
            <ac:picMk id="5" creationId="{1D02B8DA-CF5E-44AE-967D-19F25F807658}"/>
          </ac:picMkLst>
        </pc:picChg>
        <pc:picChg chg="add del mod">
          <ac:chgData name="Ирина Гавлюк" userId="8c97c59bf24d5333" providerId="LiveId" clId="{FD3C1A0A-F23B-4427-B92F-4062A458202F}" dt="2024-06-08T14:17:56.359" v="1023" actId="21"/>
          <ac:picMkLst>
            <pc:docMk/>
            <pc:sldMk cId="39440166" sldId="264"/>
            <ac:picMk id="7" creationId="{22C74961-7C8B-4D1A-B6F4-05C4061D5327}"/>
          </ac:picMkLst>
        </pc:picChg>
      </pc:sldChg>
      <pc:sldChg chg="addSp delSp modSp new mod">
        <pc:chgData name="Ирина Гавлюк" userId="8c97c59bf24d5333" providerId="LiveId" clId="{FD3C1A0A-F23B-4427-B92F-4062A458202F}" dt="2024-06-08T20:27:36.965" v="1859"/>
        <pc:sldMkLst>
          <pc:docMk/>
          <pc:sldMk cId="406788112" sldId="265"/>
        </pc:sldMkLst>
        <pc:spChg chg="add del mod">
          <ac:chgData name="Ирина Гавлюк" userId="8c97c59bf24d5333" providerId="LiveId" clId="{FD3C1A0A-F23B-4427-B92F-4062A458202F}" dt="2024-06-08T20:27:36.965" v="1859"/>
          <ac:spMkLst>
            <pc:docMk/>
            <pc:sldMk cId="406788112" sldId="265"/>
            <ac:spMk id="2" creationId="{343BE4D0-2039-476E-842E-81F8124B35B0}"/>
          </ac:spMkLst>
        </pc:spChg>
        <pc:spChg chg="del">
          <ac:chgData name="Ирина Гавлюк" userId="8c97c59bf24d5333" providerId="LiveId" clId="{FD3C1A0A-F23B-4427-B92F-4062A458202F}" dt="2024-06-08T14:16:53.855" v="999" actId="478"/>
          <ac:spMkLst>
            <pc:docMk/>
            <pc:sldMk cId="406788112" sldId="265"/>
            <ac:spMk id="3" creationId="{792BA970-6824-404F-A540-634ADAA63031}"/>
          </ac:spMkLst>
        </pc:spChg>
        <pc:picChg chg="add mod">
          <ac:chgData name="Ирина Гавлюк" userId="8c97c59bf24d5333" providerId="LiveId" clId="{FD3C1A0A-F23B-4427-B92F-4062A458202F}" dt="2024-06-08T14:17:02.410" v="1003" actId="1076"/>
          <ac:picMkLst>
            <pc:docMk/>
            <pc:sldMk cId="406788112" sldId="265"/>
            <ac:picMk id="4" creationId="{87BD9C47-2124-4816-A755-561D27140FB0}"/>
          </ac:picMkLst>
        </pc:picChg>
      </pc:sldChg>
      <pc:sldChg chg="addSp delSp modSp new mod">
        <pc:chgData name="Ирина Гавлюк" userId="8c97c59bf24d5333" providerId="LiveId" clId="{FD3C1A0A-F23B-4427-B92F-4062A458202F}" dt="2024-06-08T20:27:32.341" v="1858"/>
        <pc:sldMkLst>
          <pc:docMk/>
          <pc:sldMk cId="1782865796" sldId="266"/>
        </pc:sldMkLst>
        <pc:spChg chg="mod">
          <ac:chgData name="Ирина Гавлюк" userId="8c97c59bf24d5333" providerId="LiveId" clId="{FD3C1A0A-F23B-4427-B92F-4062A458202F}" dt="2024-06-08T20:27:32.341" v="1858"/>
          <ac:spMkLst>
            <pc:docMk/>
            <pc:sldMk cId="1782865796" sldId="266"/>
            <ac:spMk id="2" creationId="{91988273-CAD5-4116-B198-9F1CB55A3632}"/>
          </ac:spMkLst>
        </pc:spChg>
        <pc:spChg chg="del">
          <ac:chgData name="Ирина Гавлюк" userId="8c97c59bf24d5333" providerId="LiveId" clId="{FD3C1A0A-F23B-4427-B92F-4062A458202F}" dt="2024-06-08T14:17:59.255" v="1024"/>
          <ac:spMkLst>
            <pc:docMk/>
            <pc:sldMk cId="1782865796" sldId="266"/>
            <ac:spMk id="3" creationId="{6B3BF064-7CC7-44EB-8156-62334C1FAFDE}"/>
          </ac:spMkLst>
        </pc:spChg>
        <pc:picChg chg="add mod">
          <ac:chgData name="Ирина Гавлюк" userId="8c97c59bf24d5333" providerId="LiveId" clId="{FD3C1A0A-F23B-4427-B92F-4062A458202F}" dt="2024-06-08T14:22:09.674" v="1087" actId="14100"/>
          <ac:picMkLst>
            <pc:docMk/>
            <pc:sldMk cId="1782865796" sldId="266"/>
            <ac:picMk id="4" creationId="{3590AD28-EBA1-4B28-8ED3-EB7B2470163D}"/>
          </ac:picMkLst>
        </pc:picChg>
      </pc:sldChg>
      <pc:sldChg chg="modSp new mod">
        <pc:chgData name="Ирина Гавлюк" userId="8c97c59bf24d5333" providerId="LiveId" clId="{FD3C1A0A-F23B-4427-B92F-4062A458202F}" dt="2024-06-08T20:27:25.555" v="1857"/>
        <pc:sldMkLst>
          <pc:docMk/>
          <pc:sldMk cId="4002526563" sldId="267"/>
        </pc:sldMkLst>
        <pc:spChg chg="mod">
          <ac:chgData name="Ирина Гавлюк" userId="8c97c59bf24d5333" providerId="LiveId" clId="{FD3C1A0A-F23B-4427-B92F-4062A458202F}" dt="2024-06-08T20:27:25.555" v="1857"/>
          <ac:spMkLst>
            <pc:docMk/>
            <pc:sldMk cId="4002526563" sldId="267"/>
            <ac:spMk id="2" creationId="{2C043A0A-326F-4AAD-9059-A6583104573B}"/>
          </ac:spMkLst>
        </pc:spChg>
        <pc:spChg chg="mod">
          <ac:chgData name="Ирина Гавлюк" userId="8c97c59bf24d5333" providerId="LiveId" clId="{FD3C1A0A-F23B-4427-B92F-4062A458202F}" dt="2024-06-08T14:34:08.905" v="1112" actId="207"/>
          <ac:spMkLst>
            <pc:docMk/>
            <pc:sldMk cId="4002526563" sldId="267"/>
            <ac:spMk id="3" creationId="{2603C398-97F4-4B5F-BBC0-DC66B81D7E4C}"/>
          </ac:spMkLst>
        </pc:spChg>
      </pc:sldChg>
      <pc:sldChg chg="addSp modSp new mod">
        <pc:chgData name="Ирина Гавлюк" userId="8c97c59bf24d5333" providerId="LiveId" clId="{FD3C1A0A-F23B-4427-B92F-4062A458202F}" dt="2024-06-08T20:27:19.969" v="1856"/>
        <pc:sldMkLst>
          <pc:docMk/>
          <pc:sldMk cId="924878998" sldId="268"/>
        </pc:sldMkLst>
        <pc:spChg chg="mod">
          <ac:chgData name="Ирина Гавлюк" userId="8c97c59bf24d5333" providerId="LiveId" clId="{FD3C1A0A-F23B-4427-B92F-4062A458202F}" dt="2024-06-08T20:27:19.969" v="1856"/>
          <ac:spMkLst>
            <pc:docMk/>
            <pc:sldMk cId="924878998" sldId="268"/>
            <ac:spMk id="2" creationId="{61D5FBC8-3C24-4CED-ABCF-E0720A418E2D}"/>
          </ac:spMkLst>
        </pc:spChg>
        <pc:spChg chg="mod">
          <ac:chgData name="Ирина Гавлюк" userId="8c97c59bf24d5333" providerId="LiveId" clId="{FD3C1A0A-F23B-4427-B92F-4062A458202F}" dt="2024-06-08T14:39:55.735" v="1132" actId="27636"/>
          <ac:spMkLst>
            <pc:docMk/>
            <pc:sldMk cId="924878998" sldId="268"/>
            <ac:spMk id="3" creationId="{DCFE833F-3217-4D97-80E4-4A577CDFFD35}"/>
          </ac:spMkLst>
        </pc:spChg>
        <pc:spChg chg="add mod">
          <ac:chgData name="Ирина Гавлюк" userId="8c97c59bf24d5333" providerId="LiveId" clId="{FD3C1A0A-F23B-4427-B92F-4062A458202F}" dt="2024-06-08T14:49:41.354" v="1141" actId="1076"/>
          <ac:spMkLst>
            <pc:docMk/>
            <pc:sldMk cId="924878998" sldId="268"/>
            <ac:spMk id="5" creationId="{EEA5C049-B4DC-4858-B55B-F43AA3D963C5}"/>
          </ac:spMkLst>
        </pc:spChg>
        <pc:spChg chg="add mod">
          <ac:chgData name="Ирина Гавлюк" userId="8c97c59bf24d5333" providerId="LiveId" clId="{FD3C1A0A-F23B-4427-B92F-4062A458202F}" dt="2024-06-08T14:50:26.843" v="1150" actId="1076"/>
          <ac:spMkLst>
            <pc:docMk/>
            <pc:sldMk cId="924878998" sldId="268"/>
            <ac:spMk id="7" creationId="{EBF2C3BC-30F2-4C6C-A1F4-789316A2F837}"/>
          </ac:spMkLst>
        </pc:spChg>
        <pc:spChg chg="add mod">
          <ac:chgData name="Ирина Гавлюк" userId="8c97c59bf24d5333" providerId="LiveId" clId="{FD3C1A0A-F23B-4427-B92F-4062A458202F}" dt="2024-06-08T14:50:24.626" v="1149" actId="1076"/>
          <ac:spMkLst>
            <pc:docMk/>
            <pc:sldMk cId="924878998" sldId="268"/>
            <ac:spMk id="9" creationId="{6C424354-FF75-4589-8ED0-065C4F1113B6}"/>
          </ac:spMkLst>
        </pc:spChg>
      </pc:sldChg>
      <pc:sldChg chg="addSp delSp modSp new mod">
        <pc:chgData name="Ирина Гавлюк" userId="8c97c59bf24d5333" providerId="LiveId" clId="{FD3C1A0A-F23B-4427-B92F-4062A458202F}" dt="2024-06-08T20:27:16.025" v="1855"/>
        <pc:sldMkLst>
          <pc:docMk/>
          <pc:sldMk cId="4084488114" sldId="269"/>
        </pc:sldMkLst>
        <pc:spChg chg="mod">
          <ac:chgData name="Ирина Гавлюк" userId="8c97c59bf24d5333" providerId="LiveId" clId="{FD3C1A0A-F23B-4427-B92F-4062A458202F}" dt="2024-06-08T20:27:16.025" v="1855"/>
          <ac:spMkLst>
            <pc:docMk/>
            <pc:sldMk cId="4084488114" sldId="269"/>
            <ac:spMk id="2" creationId="{296AFB36-98DE-493E-8122-586A0F800E3A}"/>
          </ac:spMkLst>
        </pc:spChg>
        <pc:spChg chg="del">
          <ac:chgData name="Ирина Гавлюк" userId="8c97c59bf24d5333" providerId="LiveId" clId="{FD3C1A0A-F23B-4427-B92F-4062A458202F}" dt="2024-06-08T15:19:27.744" v="1151" actId="22"/>
          <ac:spMkLst>
            <pc:docMk/>
            <pc:sldMk cId="4084488114" sldId="269"/>
            <ac:spMk id="3" creationId="{1DBAC7B0-6895-4F2C-AC71-0E64DBD138E0}"/>
          </ac:spMkLst>
        </pc:spChg>
        <pc:spChg chg="add del">
          <ac:chgData name="Ирина Гавлюк" userId="8c97c59bf24d5333" providerId="LiveId" clId="{FD3C1A0A-F23B-4427-B92F-4062A458202F}" dt="2024-06-08T15:20:31.154" v="1172" actId="478"/>
          <ac:spMkLst>
            <pc:docMk/>
            <pc:sldMk cId="4084488114" sldId="269"/>
            <ac:spMk id="6" creationId="{D2AB9766-051F-47C6-9F99-BE37C83A4D13}"/>
          </ac:spMkLst>
        </pc:spChg>
        <pc:spChg chg="add del">
          <ac:chgData name="Ирина Гавлюк" userId="8c97c59bf24d5333" providerId="LiveId" clId="{FD3C1A0A-F23B-4427-B92F-4062A458202F}" dt="2024-06-08T15:20:31.154" v="1172" actId="478"/>
          <ac:spMkLst>
            <pc:docMk/>
            <pc:sldMk cId="4084488114" sldId="269"/>
            <ac:spMk id="7" creationId="{41313980-515A-4FF3-A88B-711938155E01}"/>
          </ac:spMkLst>
        </pc:spChg>
        <pc:spChg chg="add del">
          <ac:chgData name="Ирина Гавлюк" userId="8c97c59bf24d5333" providerId="LiveId" clId="{FD3C1A0A-F23B-4427-B92F-4062A458202F}" dt="2024-06-08T15:20:31.154" v="1172" actId="478"/>
          <ac:spMkLst>
            <pc:docMk/>
            <pc:sldMk cId="4084488114" sldId="269"/>
            <ac:spMk id="8" creationId="{38070CF8-91EB-488D-B72E-84CAB976F1C7}"/>
          </ac:spMkLst>
        </pc:spChg>
        <pc:spChg chg="add mod">
          <ac:chgData name="Ирина Гавлюк" userId="8c97c59bf24d5333" providerId="LiveId" clId="{FD3C1A0A-F23B-4427-B92F-4062A458202F}" dt="2024-06-08T15:20:42.288" v="1175" actId="1076"/>
          <ac:spMkLst>
            <pc:docMk/>
            <pc:sldMk cId="4084488114" sldId="269"/>
            <ac:spMk id="9" creationId="{C40E7A37-0804-48F2-84DE-F0D59231E606}"/>
          </ac:spMkLst>
        </pc:spChg>
        <pc:spChg chg="add del mod">
          <ac:chgData name="Ирина Гавлюк" userId="8c97c59bf24d5333" providerId="LiveId" clId="{FD3C1A0A-F23B-4427-B92F-4062A458202F}" dt="2024-06-08T15:20:50.454" v="1178" actId="478"/>
          <ac:spMkLst>
            <pc:docMk/>
            <pc:sldMk cId="4084488114" sldId="269"/>
            <ac:spMk id="10" creationId="{4C56FEAF-DA11-4D38-96ED-18C491BF9169}"/>
          </ac:spMkLst>
        </pc:spChg>
        <pc:spChg chg="add mod">
          <ac:chgData name="Ирина Гавлюк" userId="8c97c59bf24d5333" providerId="LiveId" clId="{FD3C1A0A-F23B-4427-B92F-4062A458202F}" dt="2024-06-08T15:20:42.288" v="1175" actId="1076"/>
          <ac:spMkLst>
            <pc:docMk/>
            <pc:sldMk cId="4084488114" sldId="269"/>
            <ac:spMk id="11" creationId="{1FC93505-D139-4B31-9756-4096859C0481}"/>
          </ac:spMkLst>
        </pc:spChg>
        <pc:spChg chg="add del mod">
          <ac:chgData name="Ирина Гавлюк" userId="8c97c59bf24d5333" providerId="LiveId" clId="{FD3C1A0A-F23B-4427-B92F-4062A458202F}" dt="2024-06-08T15:22:36.483" v="1210" actId="21"/>
          <ac:spMkLst>
            <pc:docMk/>
            <pc:sldMk cId="4084488114" sldId="269"/>
            <ac:spMk id="13" creationId="{891BC468-1EF6-4D70-A650-71D723AB4A9D}"/>
          </ac:spMkLst>
        </pc:spChg>
        <pc:spChg chg="add mod">
          <ac:chgData name="Ирина Гавлюк" userId="8c97c59bf24d5333" providerId="LiveId" clId="{FD3C1A0A-F23B-4427-B92F-4062A458202F}" dt="2024-06-08T15:28:58.253" v="1277" actId="207"/>
          <ac:spMkLst>
            <pc:docMk/>
            <pc:sldMk cId="4084488114" sldId="269"/>
            <ac:spMk id="15" creationId="{2FC710BA-5DE5-471A-A8BC-7649C96671A6}"/>
          </ac:spMkLst>
        </pc:spChg>
        <pc:spChg chg="add mod">
          <ac:chgData name="Ирина Гавлюк" userId="8c97c59bf24d5333" providerId="LiveId" clId="{FD3C1A0A-F23B-4427-B92F-4062A458202F}" dt="2024-06-08T15:28:48.014" v="1276" actId="403"/>
          <ac:spMkLst>
            <pc:docMk/>
            <pc:sldMk cId="4084488114" sldId="269"/>
            <ac:spMk id="17" creationId="{9F105516-D650-40EE-AED7-CC3884F006EA}"/>
          </ac:spMkLst>
        </pc:spChg>
        <pc:picChg chg="add del mod ord">
          <ac:chgData name="Ирина Гавлюк" userId="8c97c59bf24d5333" providerId="LiveId" clId="{FD3C1A0A-F23B-4427-B92F-4062A458202F}" dt="2024-06-08T15:22:36.483" v="1210" actId="21"/>
          <ac:picMkLst>
            <pc:docMk/>
            <pc:sldMk cId="4084488114" sldId="269"/>
            <ac:picMk id="5" creationId="{94B56B1A-79A2-4154-AC7B-3075A2699092}"/>
          </ac:picMkLst>
        </pc:picChg>
        <pc:picChg chg="add mod">
          <ac:chgData name="Ирина Гавлюк" userId="8c97c59bf24d5333" providerId="LiveId" clId="{FD3C1A0A-F23B-4427-B92F-4062A458202F}" dt="2024-06-08T15:28:43.933" v="1273" actId="14100"/>
          <ac:picMkLst>
            <pc:docMk/>
            <pc:sldMk cId="4084488114" sldId="269"/>
            <ac:picMk id="16" creationId="{E4504531-987B-4AE8-87F8-B1DED9BC46E4}"/>
          </ac:picMkLst>
        </pc:picChg>
      </pc:sldChg>
      <pc:sldChg chg="addSp delSp modSp new mod">
        <pc:chgData name="Ирина Гавлюк" userId="8c97c59bf24d5333" providerId="LiveId" clId="{FD3C1A0A-F23B-4427-B92F-4062A458202F}" dt="2024-06-08T20:30:17.215" v="1905" actId="20577"/>
        <pc:sldMkLst>
          <pc:docMk/>
          <pc:sldMk cId="558050586" sldId="270"/>
        </pc:sldMkLst>
        <pc:spChg chg="del">
          <ac:chgData name="Ирина Гавлюк" userId="8c97c59bf24d5333" providerId="LiveId" clId="{FD3C1A0A-F23B-4427-B92F-4062A458202F}" dt="2024-06-08T15:22:43.264" v="1213" actId="478"/>
          <ac:spMkLst>
            <pc:docMk/>
            <pc:sldMk cId="558050586" sldId="270"/>
            <ac:spMk id="2" creationId="{C311519B-A88C-4F2A-B440-92500BC5D550}"/>
          </ac:spMkLst>
        </pc:spChg>
        <pc:spChg chg="del">
          <ac:chgData name="Ирина Гавлюк" userId="8c97c59bf24d5333" providerId="LiveId" clId="{FD3C1A0A-F23B-4427-B92F-4062A458202F}" dt="2024-06-08T15:22:41.434" v="1212" actId="478"/>
          <ac:spMkLst>
            <pc:docMk/>
            <pc:sldMk cId="558050586" sldId="270"/>
            <ac:spMk id="3" creationId="{2420B64B-9D2C-415B-9B5F-0E8942A6CECE}"/>
          </ac:spMkLst>
        </pc:spChg>
        <pc:spChg chg="add del mod">
          <ac:chgData name="Ирина Гавлюк" userId="8c97c59bf24d5333" providerId="LiveId" clId="{FD3C1A0A-F23B-4427-B92F-4062A458202F}" dt="2024-06-08T15:28:36.153" v="1270" actId="21"/>
          <ac:spMkLst>
            <pc:docMk/>
            <pc:sldMk cId="558050586" sldId="270"/>
            <ac:spMk id="5" creationId="{E0423C14-9082-4034-B5BE-9BF965621F52}"/>
          </ac:spMkLst>
        </pc:spChg>
        <pc:spChg chg="add mod">
          <ac:chgData name="Ирина Гавлюк" userId="8c97c59bf24d5333" providerId="LiveId" clId="{FD3C1A0A-F23B-4427-B92F-4062A458202F}" dt="2024-06-08T15:45:35.694" v="1295" actId="1076"/>
          <ac:spMkLst>
            <pc:docMk/>
            <pc:sldMk cId="558050586" sldId="270"/>
            <ac:spMk id="7" creationId="{689B5C81-D680-4073-A754-96654CE4580E}"/>
          </ac:spMkLst>
        </pc:spChg>
        <pc:spChg chg="add mod">
          <ac:chgData name="Ирина Гавлюк" userId="8c97c59bf24d5333" providerId="LiveId" clId="{FD3C1A0A-F23B-4427-B92F-4062A458202F}" dt="2024-06-08T20:27:12.045" v="1854"/>
          <ac:spMkLst>
            <pc:docMk/>
            <pc:sldMk cId="558050586" sldId="270"/>
            <ac:spMk id="8" creationId="{E22D4386-BE50-4E3B-82C4-65B0B8B39138}"/>
          </ac:spMkLst>
        </pc:spChg>
        <pc:graphicFrameChg chg="add mod modGraphic">
          <ac:chgData name="Ирина Гавлюк" userId="8c97c59bf24d5333" providerId="LiveId" clId="{FD3C1A0A-F23B-4427-B92F-4062A458202F}" dt="2024-06-08T20:30:17.215" v="1905" actId="20577"/>
          <ac:graphicFrameMkLst>
            <pc:docMk/>
            <pc:sldMk cId="558050586" sldId="270"/>
            <ac:graphicFrameMk id="6" creationId="{AFB1A974-1BC2-4969-8478-A52FD6684A13}"/>
          </ac:graphicFrameMkLst>
        </pc:graphicFrameChg>
        <pc:picChg chg="add del mod">
          <ac:chgData name="Ирина Гавлюк" userId="8c97c59bf24d5333" providerId="LiveId" clId="{FD3C1A0A-F23B-4427-B92F-4062A458202F}" dt="2024-06-08T15:28:36.153" v="1270" actId="21"/>
          <ac:picMkLst>
            <pc:docMk/>
            <pc:sldMk cId="558050586" sldId="270"/>
            <ac:picMk id="4" creationId="{FEAE5388-2E30-4BF0-A612-470FCAB7C7BC}"/>
          </ac:picMkLst>
        </pc:picChg>
      </pc:sldChg>
      <pc:sldChg chg="new del">
        <pc:chgData name="Ирина Гавлюк" userId="8c97c59bf24d5333" providerId="LiveId" clId="{FD3C1A0A-F23B-4427-B92F-4062A458202F}" dt="2024-06-08T15:22:16.489" v="1197" actId="680"/>
        <pc:sldMkLst>
          <pc:docMk/>
          <pc:sldMk cId="1269011086" sldId="270"/>
        </pc:sldMkLst>
      </pc:sldChg>
      <pc:sldChg chg="addSp modSp new mod">
        <pc:chgData name="Ирина Гавлюк" userId="8c97c59bf24d5333" providerId="LiveId" clId="{FD3C1A0A-F23B-4427-B92F-4062A458202F}" dt="2024-06-08T20:27:05.287" v="1853"/>
        <pc:sldMkLst>
          <pc:docMk/>
          <pc:sldMk cId="21361506" sldId="271"/>
        </pc:sldMkLst>
        <pc:spChg chg="mod">
          <ac:chgData name="Ирина Гавлюк" userId="8c97c59bf24d5333" providerId="LiveId" clId="{FD3C1A0A-F23B-4427-B92F-4062A458202F}" dt="2024-06-08T20:27:01.835" v="1852"/>
          <ac:spMkLst>
            <pc:docMk/>
            <pc:sldMk cId="21361506" sldId="271"/>
            <ac:spMk id="2" creationId="{C8C66436-4908-40E2-B874-7C2BE55C1F12}"/>
          </ac:spMkLst>
        </pc:spChg>
        <pc:spChg chg="mod">
          <ac:chgData name="Ирина Гавлюк" userId="8c97c59bf24d5333" providerId="LiveId" clId="{FD3C1A0A-F23B-4427-B92F-4062A458202F}" dt="2024-06-08T16:11:12.693" v="1332" actId="27636"/>
          <ac:spMkLst>
            <pc:docMk/>
            <pc:sldMk cId="21361506" sldId="271"/>
            <ac:spMk id="3" creationId="{5B0DE83F-FDCA-41CD-91A4-C5004C384227}"/>
          </ac:spMkLst>
        </pc:spChg>
        <pc:spChg chg="add mod">
          <ac:chgData name="Ирина Гавлюк" userId="8c97c59bf24d5333" providerId="LiveId" clId="{FD3C1A0A-F23B-4427-B92F-4062A458202F}" dt="2024-06-08T16:11:44.144" v="1335" actId="1076"/>
          <ac:spMkLst>
            <pc:docMk/>
            <pc:sldMk cId="21361506" sldId="271"/>
            <ac:spMk id="5" creationId="{EECC1BCB-1330-4E75-B5C6-04EBBAA65B79}"/>
          </ac:spMkLst>
        </pc:spChg>
        <pc:spChg chg="add mod">
          <ac:chgData name="Ирина Гавлюк" userId="8c97c59bf24d5333" providerId="LiveId" clId="{FD3C1A0A-F23B-4427-B92F-4062A458202F}" dt="2024-06-08T20:27:05.287" v="1853"/>
          <ac:spMkLst>
            <pc:docMk/>
            <pc:sldMk cId="21361506" sldId="271"/>
            <ac:spMk id="6" creationId="{2B057F43-D354-4AD3-A064-834CD8695880}"/>
          </ac:spMkLst>
        </pc:spChg>
      </pc:sldChg>
      <pc:sldChg chg="new del">
        <pc:chgData name="Ирина Гавлюк" userId="8c97c59bf24d5333" providerId="LiveId" clId="{FD3C1A0A-F23B-4427-B92F-4062A458202F}" dt="2024-06-08T15:22:16.168" v="1196" actId="680"/>
        <pc:sldMkLst>
          <pc:docMk/>
          <pc:sldMk cId="3956985502" sldId="271"/>
        </pc:sldMkLst>
      </pc:sldChg>
      <pc:sldChg chg="addSp delSp modSp new mod">
        <pc:chgData name="Ирина Гавлюк" userId="8c97c59bf24d5333" providerId="LiveId" clId="{FD3C1A0A-F23B-4427-B92F-4062A458202F}" dt="2024-06-08T16:24:20.506" v="1475" actId="113"/>
        <pc:sldMkLst>
          <pc:docMk/>
          <pc:sldMk cId="3475879029" sldId="272"/>
        </pc:sldMkLst>
        <pc:spChg chg="del">
          <ac:chgData name="Ирина Гавлюк" userId="8c97c59bf24d5333" providerId="LiveId" clId="{FD3C1A0A-F23B-4427-B92F-4062A458202F}" dt="2024-06-08T16:13:10.502" v="1373" actId="478"/>
          <ac:spMkLst>
            <pc:docMk/>
            <pc:sldMk cId="3475879029" sldId="272"/>
            <ac:spMk id="2" creationId="{C0F13B54-689F-42B5-9F4B-EC02877CF32D}"/>
          </ac:spMkLst>
        </pc:spChg>
        <pc:spChg chg="del">
          <ac:chgData name="Ирина Гавлюк" userId="8c97c59bf24d5333" providerId="LiveId" clId="{FD3C1A0A-F23B-4427-B92F-4062A458202F}" dt="2024-06-08T16:13:12.331" v="1374" actId="478"/>
          <ac:spMkLst>
            <pc:docMk/>
            <pc:sldMk cId="3475879029" sldId="272"/>
            <ac:spMk id="3" creationId="{C35E39B9-2C23-4BF9-B3F6-23EC4F4B9A68}"/>
          </ac:spMkLst>
        </pc:spChg>
        <pc:spChg chg="add mod">
          <ac:chgData name="Ирина Гавлюк" userId="8c97c59bf24d5333" providerId="LiveId" clId="{FD3C1A0A-F23B-4427-B92F-4062A458202F}" dt="2024-06-08T16:18:45.146" v="1442" actId="1076"/>
          <ac:spMkLst>
            <pc:docMk/>
            <pc:sldMk cId="3475879029" sldId="272"/>
            <ac:spMk id="5" creationId="{FB452848-DA10-4AB8-846B-775003AFCB85}"/>
          </ac:spMkLst>
        </pc:spChg>
        <pc:spChg chg="add mod">
          <ac:chgData name="Ирина Гавлюк" userId="8c97c59bf24d5333" providerId="LiveId" clId="{FD3C1A0A-F23B-4427-B92F-4062A458202F}" dt="2024-06-08T16:13:35.747" v="1376" actId="14100"/>
          <ac:spMkLst>
            <pc:docMk/>
            <pc:sldMk cId="3475879029" sldId="272"/>
            <ac:spMk id="6" creationId="{39E78384-F781-4CEC-9A18-15419036B36D}"/>
          </ac:spMkLst>
        </pc:spChg>
        <pc:spChg chg="add mod">
          <ac:chgData name="Ирина Гавлюк" userId="8c97c59bf24d5333" providerId="LiveId" clId="{FD3C1A0A-F23B-4427-B92F-4062A458202F}" dt="2024-06-08T16:18:55.788" v="1445" actId="1076"/>
          <ac:spMkLst>
            <pc:docMk/>
            <pc:sldMk cId="3475879029" sldId="272"/>
            <ac:spMk id="7" creationId="{9D3D19CB-77CC-4552-B682-B71E0090339E}"/>
          </ac:spMkLst>
        </pc:spChg>
        <pc:spChg chg="add mod">
          <ac:chgData name="Ирина Гавлюк" userId="8c97c59bf24d5333" providerId="LiveId" clId="{FD3C1A0A-F23B-4427-B92F-4062A458202F}" dt="2024-06-08T16:24:20.506" v="1475" actId="113"/>
          <ac:spMkLst>
            <pc:docMk/>
            <pc:sldMk cId="3475879029" sldId="272"/>
            <ac:spMk id="9" creationId="{095AB6D4-3B69-4815-A77A-32A46EAB22D9}"/>
          </ac:spMkLst>
        </pc:spChg>
        <pc:graphicFrameChg chg="add mod modGraphic">
          <ac:chgData name="Ирина Гавлюк" userId="8c97c59bf24d5333" providerId="LiveId" clId="{FD3C1A0A-F23B-4427-B92F-4062A458202F}" dt="2024-06-08T16:18:51.399" v="1444" actId="1076"/>
          <ac:graphicFrameMkLst>
            <pc:docMk/>
            <pc:sldMk cId="3475879029" sldId="272"/>
            <ac:graphicFrameMk id="4" creationId="{58078122-63AB-46BD-B67F-FDEF2B77F7D9}"/>
          </ac:graphicFrameMkLst>
        </pc:graphicFrameChg>
      </pc:sldChg>
      <pc:sldChg chg="new del">
        <pc:chgData name="Ирина Гавлюк" userId="8c97c59bf24d5333" providerId="LiveId" clId="{FD3C1A0A-F23B-4427-B92F-4062A458202F}" dt="2024-06-08T15:22:15.813" v="1195" actId="680"/>
        <pc:sldMkLst>
          <pc:docMk/>
          <pc:sldMk cId="4251163088" sldId="272"/>
        </pc:sldMkLst>
      </pc:sldChg>
      <pc:sldChg chg="new del">
        <pc:chgData name="Ирина Гавлюк" userId="8c97c59bf24d5333" providerId="LiveId" clId="{FD3C1A0A-F23B-4427-B92F-4062A458202F}" dt="2024-06-08T15:22:15.544" v="1194" actId="680"/>
        <pc:sldMkLst>
          <pc:docMk/>
          <pc:sldMk cId="1157760623" sldId="273"/>
        </pc:sldMkLst>
      </pc:sldChg>
      <pc:sldChg chg="addSp delSp modSp new mod">
        <pc:chgData name="Ирина Гавлюк" userId="8c97c59bf24d5333" providerId="LiveId" clId="{FD3C1A0A-F23B-4427-B92F-4062A458202F}" dt="2024-06-08T20:26:52.260" v="1851" actId="403"/>
        <pc:sldMkLst>
          <pc:docMk/>
          <pc:sldMk cId="3062322603" sldId="273"/>
        </pc:sldMkLst>
        <pc:spChg chg="mod">
          <ac:chgData name="Ирина Гавлюк" userId="8c97c59bf24d5333" providerId="LiveId" clId="{FD3C1A0A-F23B-4427-B92F-4062A458202F}" dt="2024-06-08T20:26:48.289" v="1850"/>
          <ac:spMkLst>
            <pc:docMk/>
            <pc:sldMk cId="3062322603" sldId="273"/>
            <ac:spMk id="2" creationId="{3A74E872-2AA6-462B-A3C1-BD8A6E53889C}"/>
          </ac:spMkLst>
        </pc:spChg>
        <pc:spChg chg="mod">
          <ac:chgData name="Ирина Гавлюк" userId="8c97c59bf24d5333" providerId="LiveId" clId="{FD3C1A0A-F23B-4427-B92F-4062A458202F}" dt="2024-06-08T20:26:52.260" v="1851" actId="403"/>
          <ac:spMkLst>
            <pc:docMk/>
            <pc:sldMk cId="3062322603" sldId="273"/>
            <ac:spMk id="3" creationId="{A275004F-7F78-4F31-95EC-956BDEA79864}"/>
          </ac:spMkLst>
        </pc:spChg>
        <pc:spChg chg="add del mod">
          <ac:chgData name="Ирина Гавлюк" userId="8c97c59bf24d5333" providerId="LiveId" clId="{FD3C1A0A-F23B-4427-B92F-4062A458202F}" dt="2024-06-08T16:23:51.586" v="1469"/>
          <ac:spMkLst>
            <pc:docMk/>
            <pc:sldMk cId="3062322603" sldId="273"/>
            <ac:spMk id="5" creationId="{940422EE-AD1E-4A4A-84D6-FE1B6E51916B}"/>
          </ac:spMkLst>
        </pc:spChg>
        <pc:spChg chg="add del mod">
          <ac:chgData name="Ирина Гавлюк" userId="8c97c59bf24d5333" providerId="LiveId" clId="{FD3C1A0A-F23B-4427-B92F-4062A458202F}" dt="2024-06-08T16:23:51.586" v="1469"/>
          <ac:spMkLst>
            <pc:docMk/>
            <pc:sldMk cId="3062322603" sldId="273"/>
            <ac:spMk id="6" creationId="{1BDFF11E-959E-4D4A-B895-E655EF72A2DE}"/>
          </ac:spMkLst>
        </pc:spChg>
        <pc:graphicFrameChg chg="add del mod">
          <ac:chgData name="Ирина Гавлюк" userId="8c97c59bf24d5333" providerId="LiveId" clId="{FD3C1A0A-F23B-4427-B92F-4062A458202F}" dt="2024-06-08T16:23:51.586" v="1469"/>
          <ac:graphicFrameMkLst>
            <pc:docMk/>
            <pc:sldMk cId="3062322603" sldId="273"/>
            <ac:graphicFrameMk id="4" creationId="{DEA9EB9F-BF60-46F9-AB48-967E74146397}"/>
          </ac:graphicFrameMkLst>
        </pc:graphicFrameChg>
      </pc:sldChg>
      <pc:sldChg chg="addSp delSp modSp new mod">
        <pc:chgData name="Ирина Гавлюк" userId="8c97c59bf24d5333" providerId="LiveId" clId="{FD3C1A0A-F23B-4427-B92F-4062A458202F}" dt="2024-06-08T16:25:54.486" v="1498" actId="58"/>
        <pc:sldMkLst>
          <pc:docMk/>
          <pc:sldMk cId="3281000555" sldId="274"/>
        </pc:sldMkLst>
        <pc:spChg chg="del">
          <ac:chgData name="Ирина Гавлюк" userId="8c97c59bf24d5333" providerId="LiveId" clId="{FD3C1A0A-F23B-4427-B92F-4062A458202F}" dt="2024-06-08T16:24:47.716" v="1478" actId="478"/>
          <ac:spMkLst>
            <pc:docMk/>
            <pc:sldMk cId="3281000555" sldId="274"/>
            <ac:spMk id="2" creationId="{8F9BACB9-1FC3-4F94-ACCF-C9E1E62A7DEC}"/>
          </ac:spMkLst>
        </pc:spChg>
        <pc:spChg chg="del">
          <ac:chgData name="Ирина Гавлюк" userId="8c97c59bf24d5333" providerId="LiveId" clId="{FD3C1A0A-F23B-4427-B92F-4062A458202F}" dt="2024-06-08T16:24:37.981" v="1476"/>
          <ac:spMkLst>
            <pc:docMk/>
            <pc:sldMk cId="3281000555" sldId="274"/>
            <ac:spMk id="3" creationId="{050CFCC6-F7A0-423E-83E4-BBB4B3FCD503}"/>
          </ac:spMkLst>
        </pc:spChg>
        <pc:spChg chg="add mod">
          <ac:chgData name="Ирина Гавлюк" userId="8c97c59bf24d5333" providerId="LiveId" clId="{FD3C1A0A-F23B-4427-B92F-4062A458202F}" dt="2024-06-08T16:25:38.936" v="1491" actId="1076"/>
          <ac:spMkLst>
            <pc:docMk/>
            <pc:sldMk cId="3281000555" sldId="274"/>
            <ac:spMk id="5" creationId="{AE20B7E5-18C0-4E33-A728-19DE847848D1}"/>
          </ac:spMkLst>
        </pc:spChg>
        <pc:spChg chg="add mod">
          <ac:chgData name="Ирина Гавлюк" userId="8c97c59bf24d5333" providerId="LiveId" clId="{FD3C1A0A-F23B-4427-B92F-4062A458202F}" dt="2024-06-08T16:25:54.486" v="1498" actId="58"/>
          <ac:spMkLst>
            <pc:docMk/>
            <pc:sldMk cId="3281000555" sldId="274"/>
            <ac:spMk id="6" creationId="{1C4F5F14-E025-4736-A8C0-9AF85109E73E}"/>
          </ac:spMkLst>
        </pc:spChg>
        <pc:graphicFrameChg chg="add mod modGraphic">
          <ac:chgData name="Ирина Гавлюк" userId="8c97c59bf24d5333" providerId="LiveId" clId="{FD3C1A0A-F23B-4427-B92F-4062A458202F}" dt="2024-06-08T16:25:21.902" v="1486" actId="14100"/>
          <ac:graphicFrameMkLst>
            <pc:docMk/>
            <pc:sldMk cId="3281000555" sldId="274"/>
            <ac:graphicFrameMk id="4" creationId="{D6A8DC0F-8460-4383-A133-228007E7BD4D}"/>
          </ac:graphicFrameMkLst>
        </pc:graphicFrameChg>
      </pc:sldChg>
      <pc:sldChg chg="new del">
        <pc:chgData name="Ирина Гавлюк" userId="8c97c59bf24d5333" providerId="LiveId" clId="{FD3C1A0A-F23B-4427-B92F-4062A458202F}" dt="2024-06-08T15:22:15.483" v="1193" actId="680"/>
        <pc:sldMkLst>
          <pc:docMk/>
          <pc:sldMk cId="3581663372" sldId="274"/>
        </pc:sldMkLst>
      </pc:sldChg>
      <pc:sldChg chg="addSp delSp modSp new mod">
        <pc:chgData name="Ирина Гавлюк" userId="8c97c59bf24d5333" providerId="LiveId" clId="{FD3C1A0A-F23B-4427-B92F-4062A458202F}" dt="2024-06-08T20:26:42.475" v="1849" actId="14100"/>
        <pc:sldMkLst>
          <pc:docMk/>
          <pc:sldMk cId="1199687064" sldId="275"/>
        </pc:sldMkLst>
        <pc:spChg chg="mod">
          <ac:chgData name="Ирина Гавлюк" userId="8c97c59bf24d5333" providerId="LiveId" clId="{FD3C1A0A-F23B-4427-B92F-4062A458202F}" dt="2024-06-08T20:26:15.313" v="1846"/>
          <ac:spMkLst>
            <pc:docMk/>
            <pc:sldMk cId="1199687064" sldId="275"/>
            <ac:spMk id="2" creationId="{62B2D012-0335-4B68-B7B3-A3E6FA252E51}"/>
          </ac:spMkLst>
        </pc:spChg>
        <pc:spChg chg="del mod">
          <ac:chgData name="Ирина Гавлюк" userId="8c97c59bf24d5333" providerId="LiveId" clId="{FD3C1A0A-F23B-4427-B92F-4062A458202F}" dt="2024-06-08T18:31:31.555" v="1515" actId="478"/>
          <ac:spMkLst>
            <pc:docMk/>
            <pc:sldMk cId="1199687064" sldId="275"/>
            <ac:spMk id="3" creationId="{008318EB-EB4C-4CEB-9773-350B51C758EC}"/>
          </ac:spMkLst>
        </pc:spChg>
        <pc:spChg chg="add mod">
          <ac:chgData name="Ирина Гавлюк" userId="8c97c59bf24d5333" providerId="LiveId" clId="{FD3C1A0A-F23B-4427-B92F-4062A458202F}" dt="2024-06-08T20:26:42.475" v="1849" actId="14100"/>
          <ac:spMkLst>
            <pc:docMk/>
            <pc:sldMk cId="1199687064" sldId="275"/>
            <ac:spMk id="5" creationId="{1D3CA450-A793-4A5F-A92C-E3156648263D}"/>
          </ac:spMkLst>
        </pc:spChg>
      </pc:sldChg>
      <pc:sldChg chg="new del">
        <pc:chgData name="Ирина Гавлюк" userId="8c97c59bf24d5333" providerId="LiveId" clId="{FD3C1A0A-F23B-4427-B92F-4062A458202F}" dt="2024-06-08T15:22:15.177" v="1192" actId="680"/>
        <pc:sldMkLst>
          <pc:docMk/>
          <pc:sldMk cId="1251685521" sldId="275"/>
        </pc:sldMkLst>
      </pc:sldChg>
      <pc:sldChg chg="addSp delSp modSp new mod">
        <pc:chgData name="Ирина Гавлюк" userId="8c97c59bf24d5333" providerId="LiveId" clId="{FD3C1A0A-F23B-4427-B92F-4062A458202F}" dt="2024-06-08T18:36:06.868" v="1562" actId="1076"/>
        <pc:sldMkLst>
          <pc:docMk/>
          <pc:sldMk cId="868088478" sldId="276"/>
        </pc:sldMkLst>
        <pc:spChg chg="del">
          <ac:chgData name="Ирина Гавлюк" userId="8c97c59bf24d5333" providerId="LiveId" clId="{FD3C1A0A-F23B-4427-B92F-4062A458202F}" dt="2024-06-08T18:33:44.662" v="1532" actId="478"/>
          <ac:spMkLst>
            <pc:docMk/>
            <pc:sldMk cId="868088478" sldId="276"/>
            <ac:spMk id="2" creationId="{19B0E94B-96FE-4167-A8A3-D0FAB312BBFE}"/>
          </ac:spMkLst>
        </pc:spChg>
        <pc:spChg chg="del">
          <ac:chgData name="Ирина Гавлюк" userId="8c97c59bf24d5333" providerId="LiveId" clId="{FD3C1A0A-F23B-4427-B92F-4062A458202F}" dt="2024-06-08T18:33:47.431" v="1533" actId="478"/>
          <ac:spMkLst>
            <pc:docMk/>
            <pc:sldMk cId="868088478" sldId="276"/>
            <ac:spMk id="3" creationId="{905B81A1-177E-4BEE-A00D-0079AB011DCC}"/>
          </ac:spMkLst>
        </pc:spChg>
        <pc:spChg chg="add mod">
          <ac:chgData name="Ирина Гавлюк" userId="8c97c59bf24d5333" providerId="LiveId" clId="{FD3C1A0A-F23B-4427-B92F-4062A458202F}" dt="2024-06-08T18:36:03.385" v="1561" actId="1076"/>
          <ac:spMkLst>
            <pc:docMk/>
            <pc:sldMk cId="868088478" sldId="276"/>
            <ac:spMk id="5" creationId="{9E44C548-725A-4EA8-86FD-B1B365DE6E37}"/>
          </ac:spMkLst>
        </pc:spChg>
        <pc:spChg chg="add mod">
          <ac:chgData name="Ирина Гавлюк" userId="8c97c59bf24d5333" providerId="LiveId" clId="{FD3C1A0A-F23B-4427-B92F-4062A458202F}" dt="2024-06-08T18:36:06.868" v="1562" actId="1076"/>
          <ac:spMkLst>
            <pc:docMk/>
            <pc:sldMk cId="868088478" sldId="276"/>
            <ac:spMk id="6" creationId="{FA699C40-35D7-42A5-8C7A-6E1A11707F39}"/>
          </ac:spMkLst>
        </pc:spChg>
        <pc:graphicFrameChg chg="add mod modGraphic">
          <ac:chgData name="Ирина Гавлюк" userId="8c97c59bf24d5333" providerId="LiveId" clId="{FD3C1A0A-F23B-4427-B92F-4062A458202F}" dt="2024-06-08T18:35:58.252" v="1560" actId="1076"/>
          <ac:graphicFrameMkLst>
            <pc:docMk/>
            <pc:sldMk cId="868088478" sldId="276"/>
            <ac:graphicFrameMk id="4" creationId="{5765EF5A-6259-4CEB-8149-4B0D16A9B6CD}"/>
          </ac:graphicFrameMkLst>
        </pc:graphicFrameChg>
      </pc:sldChg>
      <pc:sldChg chg="delSp modSp new mod">
        <pc:chgData name="Ирина Гавлюк" userId="8c97c59bf24d5333" providerId="LiveId" clId="{FD3C1A0A-F23B-4427-B92F-4062A458202F}" dt="2024-06-08T20:26:09.944" v="1845" actId="404"/>
        <pc:sldMkLst>
          <pc:docMk/>
          <pc:sldMk cId="1124625428" sldId="277"/>
        </pc:sldMkLst>
        <pc:spChg chg="del">
          <ac:chgData name="Ирина Гавлюк" userId="8c97c59bf24d5333" providerId="LiveId" clId="{FD3C1A0A-F23B-4427-B92F-4062A458202F}" dt="2024-06-08T18:35:42.471" v="1557" actId="478"/>
          <ac:spMkLst>
            <pc:docMk/>
            <pc:sldMk cId="1124625428" sldId="277"/>
            <ac:spMk id="2" creationId="{A8375500-1C06-4E56-AE3F-8C5CBB8CE4AE}"/>
          </ac:spMkLst>
        </pc:spChg>
        <pc:spChg chg="mod">
          <ac:chgData name="Ирина Гавлюк" userId="8c97c59bf24d5333" providerId="LiveId" clId="{FD3C1A0A-F23B-4427-B92F-4062A458202F}" dt="2024-06-08T20:26:09.944" v="1845" actId="404"/>
          <ac:spMkLst>
            <pc:docMk/>
            <pc:sldMk cId="1124625428" sldId="277"/>
            <ac:spMk id="3" creationId="{F36DEC66-65EC-4241-BBC9-E37FD01563E6}"/>
          </ac:spMkLst>
        </pc:spChg>
      </pc:sldChg>
      <pc:sldChg chg="modSp new mod">
        <pc:chgData name="Ирина Гавлюк" userId="8c97c59bf24d5333" providerId="LiveId" clId="{FD3C1A0A-F23B-4427-B92F-4062A458202F}" dt="2024-06-08T20:25:56.479" v="1839" actId="1076"/>
        <pc:sldMkLst>
          <pc:docMk/>
          <pc:sldMk cId="2733117733" sldId="278"/>
        </pc:sldMkLst>
        <pc:spChg chg="mod">
          <ac:chgData name="Ирина Гавлюк" userId="8c97c59bf24d5333" providerId="LiveId" clId="{FD3C1A0A-F23B-4427-B92F-4062A458202F}" dt="2024-06-08T20:25:56.479" v="1839" actId="1076"/>
          <ac:spMkLst>
            <pc:docMk/>
            <pc:sldMk cId="2733117733" sldId="278"/>
            <ac:spMk id="2" creationId="{3C2C4B94-C2F3-4313-BD7B-7CB2C26FE90A}"/>
          </ac:spMkLst>
        </pc:spChg>
        <pc:spChg chg="mod">
          <ac:chgData name="Ирина Гавлюк" userId="8c97c59bf24d5333" providerId="LiveId" clId="{FD3C1A0A-F23B-4427-B92F-4062A458202F}" dt="2024-06-08T20:25:51.205" v="1837" actId="27636"/>
          <ac:spMkLst>
            <pc:docMk/>
            <pc:sldMk cId="2733117733" sldId="278"/>
            <ac:spMk id="3" creationId="{D84D9873-5320-486D-A513-3FB36DCF99CD}"/>
          </ac:spMkLst>
        </pc:spChg>
      </pc:sldChg>
      <pc:sldChg chg="modSp new mod">
        <pc:chgData name="Ирина Гавлюк" userId="8c97c59bf24d5333" providerId="LiveId" clId="{FD3C1A0A-F23B-4427-B92F-4062A458202F}" dt="2024-06-08T20:25:43.060" v="1833"/>
        <pc:sldMkLst>
          <pc:docMk/>
          <pc:sldMk cId="2228353012" sldId="279"/>
        </pc:sldMkLst>
        <pc:spChg chg="mod">
          <ac:chgData name="Ирина Гавлюк" userId="8c97c59bf24d5333" providerId="LiveId" clId="{FD3C1A0A-F23B-4427-B92F-4062A458202F}" dt="2024-06-08T20:25:43.060" v="1833"/>
          <ac:spMkLst>
            <pc:docMk/>
            <pc:sldMk cId="2228353012" sldId="279"/>
            <ac:spMk id="2" creationId="{BB2B0847-67DF-436E-B44E-F0689836D367}"/>
          </ac:spMkLst>
        </pc:spChg>
        <pc:spChg chg="mod">
          <ac:chgData name="Ирина Гавлюк" userId="8c97c59bf24d5333" providerId="LiveId" clId="{FD3C1A0A-F23B-4427-B92F-4062A458202F}" dt="2024-06-08T19:59:35.998" v="1626" actId="14100"/>
          <ac:spMkLst>
            <pc:docMk/>
            <pc:sldMk cId="2228353012" sldId="279"/>
            <ac:spMk id="3" creationId="{A37258CA-23CF-4629-A496-7016807EDDCB}"/>
          </ac:spMkLst>
        </pc:spChg>
      </pc:sldChg>
      <pc:sldChg chg="addSp delSp modSp new mod">
        <pc:chgData name="Ирина Гавлюк" userId="8c97c59bf24d5333" providerId="LiveId" clId="{FD3C1A0A-F23B-4427-B92F-4062A458202F}" dt="2024-06-08T20:20:02.077" v="1735"/>
        <pc:sldMkLst>
          <pc:docMk/>
          <pc:sldMk cId="2052137057" sldId="280"/>
        </pc:sldMkLst>
        <pc:spChg chg="del mod">
          <ac:chgData name="Ирина Гавлюк" userId="8c97c59bf24d5333" providerId="LiveId" clId="{FD3C1A0A-F23B-4427-B92F-4062A458202F}" dt="2024-06-08T20:18:16.745" v="1704" actId="21"/>
          <ac:spMkLst>
            <pc:docMk/>
            <pc:sldMk cId="2052137057" sldId="280"/>
            <ac:spMk id="2" creationId="{0FA6FED6-F570-4AB6-AF02-0711AD2B8E92}"/>
          </ac:spMkLst>
        </pc:spChg>
        <pc:spChg chg="mod">
          <ac:chgData name="Ирина Гавлюк" userId="8c97c59bf24d5333" providerId="LiveId" clId="{FD3C1A0A-F23B-4427-B92F-4062A458202F}" dt="2024-06-08T20:20:02.077" v="1735"/>
          <ac:spMkLst>
            <pc:docMk/>
            <pc:sldMk cId="2052137057" sldId="280"/>
            <ac:spMk id="3" creationId="{D09314A5-79DB-496B-85B7-ADFB91ED73C5}"/>
          </ac:spMkLst>
        </pc:spChg>
        <pc:spChg chg="add del mod">
          <ac:chgData name="Ирина Гавлюк" userId="8c97c59bf24d5333" providerId="LiveId" clId="{FD3C1A0A-F23B-4427-B92F-4062A458202F}" dt="2024-06-08T20:18:19.803" v="1705" actId="478"/>
          <ac:spMkLst>
            <pc:docMk/>
            <pc:sldMk cId="2052137057" sldId="280"/>
            <ac:spMk id="7" creationId="{AD51F5BE-EFDD-4952-BC9B-7CA36D0E52CA}"/>
          </ac:spMkLst>
        </pc:spChg>
        <pc:picChg chg="add del mod">
          <ac:chgData name="Ирина Гавлюк" userId="8c97c59bf24d5333" providerId="LiveId" clId="{FD3C1A0A-F23B-4427-B92F-4062A458202F}" dt="2024-06-08T20:19:09.249" v="1720" actId="478"/>
          <ac:picMkLst>
            <pc:docMk/>
            <pc:sldMk cId="2052137057" sldId="280"/>
            <ac:picMk id="5" creationId="{B5048166-8AF2-436A-BF83-95FAB5A8F9EE}"/>
          </ac:picMkLst>
        </pc:picChg>
        <pc:picChg chg="add mod">
          <ac:chgData name="Ирина Гавлюк" userId="8c97c59bf24d5333" providerId="LiveId" clId="{FD3C1A0A-F23B-4427-B92F-4062A458202F}" dt="2024-06-08T20:19:57.264" v="1733" actId="1076"/>
          <ac:picMkLst>
            <pc:docMk/>
            <pc:sldMk cId="2052137057" sldId="280"/>
            <ac:picMk id="9" creationId="{7B876A65-8513-4B7A-A8BD-FE7B80A864CE}"/>
          </ac:picMkLst>
        </pc:picChg>
      </pc:sldChg>
      <pc:sldChg chg="addSp delSp modSp new mod">
        <pc:chgData name="Ирина Гавлюк" userId="8c97c59bf24d5333" providerId="LiveId" clId="{FD3C1A0A-F23B-4427-B92F-4062A458202F}" dt="2024-06-08T20:21:54.016" v="1773" actId="1076"/>
        <pc:sldMkLst>
          <pc:docMk/>
          <pc:sldMk cId="2100139162" sldId="281"/>
        </pc:sldMkLst>
        <pc:spChg chg="mod">
          <ac:chgData name="Ирина Гавлюк" userId="8c97c59bf24d5333" providerId="LiveId" clId="{FD3C1A0A-F23B-4427-B92F-4062A458202F}" dt="2024-06-08T20:21:13.557" v="1763"/>
          <ac:spMkLst>
            <pc:docMk/>
            <pc:sldMk cId="2100139162" sldId="281"/>
            <ac:spMk id="2" creationId="{94C41AC3-EFCE-41B0-92F8-AE999C6C9BA2}"/>
          </ac:spMkLst>
        </pc:spChg>
        <pc:spChg chg="mod">
          <ac:chgData name="Ирина Гавлюк" userId="8c97c59bf24d5333" providerId="LiveId" clId="{FD3C1A0A-F23B-4427-B92F-4062A458202F}" dt="2024-06-08T20:17:52.022" v="1701" actId="1076"/>
          <ac:spMkLst>
            <pc:docMk/>
            <pc:sldMk cId="2100139162" sldId="281"/>
            <ac:spMk id="3" creationId="{F9E9592B-62F4-4DF1-8C3D-2F6B35EC9FE6}"/>
          </ac:spMkLst>
        </pc:spChg>
        <pc:picChg chg="add del mod">
          <ac:chgData name="Ирина Гавлюк" userId="8c97c59bf24d5333" providerId="LiveId" clId="{FD3C1A0A-F23B-4427-B92F-4062A458202F}" dt="2024-06-08T20:21:33.703" v="1767" actId="478"/>
          <ac:picMkLst>
            <pc:docMk/>
            <pc:sldMk cId="2100139162" sldId="281"/>
            <ac:picMk id="5" creationId="{C7AB1BEF-3D21-47FE-8D5D-7E59C23659DA}"/>
          </ac:picMkLst>
        </pc:picChg>
        <pc:picChg chg="add mod">
          <ac:chgData name="Ирина Гавлюк" userId="8c97c59bf24d5333" providerId="LiveId" clId="{FD3C1A0A-F23B-4427-B92F-4062A458202F}" dt="2024-06-08T20:21:54.016" v="1773" actId="1076"/>
          <ac:picMkLst>
            <pc:docMk/>
            <pc:sldMk cId="2100139162" sldId="281"/>
            <ac:picMk id="7" creationId="{75B92E27-6D70-432A-A8D8-5C077BD5D201}"/>
          </ac:picMkLst>
        </pc:picChg>
      </pc:sldChg>
      <pc:sldChg chg="addSp delSp modSp new mod ord">
        <pc:chgData name="Ирина Гавлюк" userId="8c97c59bf24d5333" providerId="LiveId" clId="{FD3C1A0A-F23B-4427-B92F-4062A458202F}" dt="2024-06-08T20:21:04.868" v="1762" actId="113"/>
        <pc:sldMkLst>
          <pc:docMk/>
          <pc:sldMk cId="45556982" sldId="282"/>
        </pc:sldMkLst>
        <pc:spChg chg="mod">
          <ac:chgData name="Ирина Гавлюк" userId="8c97c59bf24d5333" providerId="LiveId" clId="{FD3C1A0A-F23B-4427-B92F-4062A458202F}" dt="2024-06-08T20:21:04.868" v="1762" actId="113"/>
          <ac:spMkLst>
            <pc:docMk/>
            <pc:sldMk cId="45556982" sldId="282"/>
            <ac:spMk id="2" creationId="{565E0CC3-62DA-4944-AAE9-76B3B341AFFB}"/>
          </ac:spMkLst>
        </pc:spChg>
        <pc:spChg chg="del">
          <ac:chgData name="Ирина Гавлюк" userId="8c97c59bf24d5333" providerId="LiveId" clId="{FD3C1A0A-F23B-4427-B92F-4062A458202F}" dt="2024-06-08T20:20:27.186" v="1739" actId="478"/>
          <ac:spMkLst>
            <pc:docMk/>
            <pc:sldMk cId="45556982" sldId="282"/>
            <ac:spMk id="3" creationId="{9D3208B8-8BE7-4CB4-A2C2-7095B54A867C}"/>
          </ac:spMkLst>
        </pc:spChg>
        <pc:picChg chg="add del">
          <ac:chgData name="Ирина Гавлюк" userId="8c97c59bf24d5333" providerId="LiveId" clId="{FD3C1A0A-F23B-4427-B92F-4062A458202F}" dt="2024-06-08T20:20:09.877" v="1737" actId="22"/>
          <ac:picMkLst>
            <pc:docMk/>
            <pc:sldMk cId="45556982" sldId="282"/>
            <ac:picMk id="5" creationId="{B07BBD21-3764-4083-BA06-31CA400134E4}"/>
          </ac:picMkLst>
        </pc:picChg>
      </pc:sldChg>
      <pc:sldChg chg="addSp modSp new mod">
        <pc:chgData name="Ирина Гавлюк" userId="8c97c59bf24d5333" providerId="LiveId" clId="{FD3C1A0A-F23B-4427-B92F-4062A458202F}" dt="2024-06-08T20:25:28.826" v="1832" actId="1440"/>
        <pc:sldMkLst>
          <pc:docMk/>
          <pc:sldMk cId="3823941845" sldId="283"/>
        </pc:sldMkLst>
        <pc:spChg chg="mod">
          <ac:chgData name="Ирина Гавлюк" userId="8c97c59bf24d5333" providerId="LiveId" clId="{FD3C1A0A-F23B-4427-B92F-4062A458202F}" dt="2024-06-08T20:25:01.071" v="1818" actId="1076"/>
          <ac:spMkLst>
            <pc:docMk/>
            <pc:sldMk cId="3823941845" sldId="283"/>
            <ac:spMk id="2" creationId="{47BA7555-01A3-4461-8AED-A0E6BE138991}"/>
          </ac:spMkLst>
        </pc:spChg>
        <pc:spChg chg="mod">
          <ac:chgData name="Ирина Гавлюк" userId="8c97c59bf24d5333" providerId="LiveId" clId="{FD3C1A0A-F23B-4427-B92F-4062A458202F}" dt="2024-06-08T20:25:23.351" v="1830" actId="27636"/>
          <ac:spMkLst>
            <pc:docMk/>
            <pc:sldMk cId="3823941845" sldId="283"/>
            <ac:spMk id="3" creationId="{A6B6DB31-57B3-4399-B9C6-8BA2EA6B0DD1}"/>
          </ac:spMkLst>
        </pc:spChg>
        <pc:picChg chg="add mod">
          <ac:chgData name="Ирина Гавлюк" userId="8c97c59bf24d5333" providerId="LiveId" clId="{FD3C1A0A-F23B-4427-B92F-4062A458202F}" dt="2024-06-08T20:25:28.826" v="1832" actId="1440"/>
          <ac:picMkLst>
            <pc:docMk/>
            <pc:sldMk cId="3823941845" sldId="283"/>
            <ac:picMk id="5" creationId="{225C18B6-E537-4C33-8824-CBD2019638C4}"/>
          </ac:picMkLst>
        </pc:picChg>
      </pc:sldChg>
      <pc:sldChg chg="delSp modSp new mod">
        <pc:chgData name="Ирина Гавлюк" userId="8c97c59bf24d5333" providerId="LiveId" clId="{FD3C1A0A-F23B-4427-B92F-4062A458202F}" dt="2024-06-08T20:29:51.596" v="1902" actId="1076"/>
        <pc:sldMkLst>
          <pc:docMk/>
          <pc:sldMk cId="324208183" sldId="284"/>
        </pc:sldMkLst>
        <pc:spChg chg="mod">
          <ac:chgData name="Ирина Гавлюк" userId="8c97c59bf24d5333" providerId="LiveId" clId="{FD3C1A0A-F23B-4427-B92F-4062A458202F}" dt="2024-06-08T20:29:51.596" v="1902" actId="1076"/>
          <ac:spMkLst>
            <pc:docMk/>
            <pc:sldMk cId="324208183" sldId="284"/>
            <ac:spMk id="2" creationId="{EBAF441D-DF6C-49FE-A1BB-09560D6F8FAB}"/>
          </ac:spMkLst>
        </pc:spChg>
        <pc:spChg chg="del">
          <ac:chgData name="Ирина Гавлюк" userId="8c97c59bf24d5333" providerId="LiveId" clId="{FD3C1A0A-F23B-4427-B92F-4062A458202F}" dt="2024-06-08T20:29:28.615" v="1876" actId="478"/>
          <ac:spMkLst>
            <pc:docMk/>
            <pc:sldMk cId="324208183" sldId="284"/>
            <ac:spMk id="3" creationId="{7DFDBA91-CCD4-4CD6-92AE-509D4F18D287}"/>
          </ac:spMkLst>
        </pc:spChg>
      </pc:sldChg>
      <pc:sldChg chg="addSp delSp modSp new mod">
        <pc:chgData name="Ирина Гавлюк" userId="8c97c59bf24d5333" providerId="LiveId" clId="{FD3C1A0A-F23B-4427-B92F-4062A458202F}" dt="2024-06-08T21:24:14.593" v="2046" actId="1076"/>
        <pc:sldMkLst>
          <pc:docMk/>
          <pc:sldMk cId="3856443268" sldId="285"/>
        </pc:sldMkLst>
        <pc:spChg chg="mod">
          <ac:chgData name="Ирина Гавлюк" userId="8c97c59bf24d5333" providerId="LiveId" clId="{FD3C1A0A-F23B-4427-B92F-4062A458202F}" dt="2024-06-08T21:24:14.593" v="2046" actId="1076"/>
          <ac:spMkLst>
            <pc:docMk/>
            <pc:sldMk cId="3856443268" sldId="285"/>
            <ac:spMk id="2" creationId="{A9DCFFB5-1C9E-41D6-A42E-270A3536AEBA}"/>
          </ac:spMkLst>
        </pc:spChg>
        <pc:spChg chg="mod">
          <ac:chgData name="Ирина Гавлюк" userId="8c97c59bf24d5333" providerId="LiveId" clId="{FD3C1A0A-F23B-4427-B92F-4062A458202F}" dt="2024-06-08T21:24:01.120" v="2041" actId="14100"/>
          <ac:spMkLst>
            <pc:docMk/>
            <pc:sldMk cId="3856443268" sldId="285"/>
            <ac:spMk id="3" creationId="{761617A9-4531-415C-8EB9-8A3D4A515A1A}"/>
          </ac:spMkLst>
        </pc:spChg>
        <pc:spChg chg="add del">
          <ac:chgData name="Ирина Гавлюк" userId="8c97c59bf24d5333" providerId="LiveId" clId="{FD3C1A0A-F23B-4427-B92F-4062A458202F}" dt="2024-06-08T21:23:34.980" v="2030" actId="22"/>
          <ac:spMkLst>
            <pc:docMk/>
            <pc:sldMk cId="3856443268" sldId="285"/>
            <ac:spMk id="5" creationId="{AF9EB3BF-2F5F-42B6-805B-819F22EFE6D1}"/>
          </ac:spMkLst>
        </pc:spChg>
      </pc:sldChg>
      <pc:sldMasterChg chg="addSldLayout">
        <pc:chgData name="Ирина Гавлюк" userId="8c97c59bf24d5333" providerId="LiveId" clId="{FD3C1A0A-F23B-4427-B92F-4062A458202F}" dt="2024-06-07T07:13:53.343" v="0" actId="680"/>
        <pc:sldMasterMkLst>
          <pc:docMk/>
          <pc:sldMasterMk cId="716860814" sldId="2147483648"/>
        </pc:sldMasterMkLst>
        <pc:sldLayoutChg chg="add">
          <pc:chgData name="Ирина Гавлюк" userId="8c97c59bf24d5333" providerId="LiveId" clId="{FD3C1A0A-F23B-4427-B92F-4062A458202F}" dt="2024-06-07T07:13:53.343" v="0" actId="680"/>
          <pc:sldLayoutMkLst>
            <pc:docMk/>
            <pc:sldMasterMk cId="716860814" sldId="2147483648"/>
            <pc:sldLayoutMk cId="968171050" sldId="2147483649"/>
          </pc:sldLayoutMkLst>
        </pc:sldLayoutChg>
      </pc:sldMasterChg>
      <pc:sldMasterChg chg="setBg">
        <pc:chgData name="Ирина Гавлюк" userId="8c97c59bf24d5333" providerId="LiveId" clId="{FD3C1A0A-F23B-4427-B92F-4062A458202F}" dt="2024-06-07T07:33:43.366" v="359"/>
        <pc:sldMasterMkLst>
          <pc:docMk/>
          <pc:sldMasterMk cId="4051772627" sldId="2147483667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4EC41-CC4B-416E-BB4F-E6631E05E477}" type="datetimeFigureOut">
              <a:rPr lang="ru-RU" smtClean="0"/>
              <a:t>09.06.2024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3BD8E-61F8-4DBB-AD4D-85AB5E59A8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47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BD8E-61F8-4DBB-AD4D-85AB5E59A8E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5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83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6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33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42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32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73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4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25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3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9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2283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534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185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062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9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2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77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#_Toc167866879"/><Relationship Id="rId3" Type="http://schemas.openxmlformats.org/officeDocument/2006/relationships/slide" Target="slide4.xml"/><Relationship Id="rId7" Type="http://schemas.openxmlformats.org/officeDocument/2006/relationships/hyperlink" Target="#_Toc167866878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#_Toc167866877"/><Relationship Id="rId11" Type="http://schemas.openxmlformats.org/officeDocument/2006/relationships/hyperlink" Target="#_Toc167866882"/><Relationship Id="rId5" Type="http://schemas.openxmlformats.org/officeDocument/2006/relationships/hyperlink" Target="#_Toc167866876"/><Relationship Id="rId10" Type="http://schemas.openxmlformats.org/officeDocument/2006/relationships/hyperlink" Target="#_Toc167866881"/><Relationship Id="rId4" Type="http://schemas.openxmlformats.org/officeDocument/2006/relationships/hyperlink" Target="#_Toc167866875"/><Relationship Id="rId9" Type="http://schemas.openxmlformats.org/officeDocument/2006/relationships/hyperlink" Target="#_Toc167866880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D2651-B127-44F6-93C6-F073704D1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7626" y="1799763"/>
            <a:ext cx="9313333" cy="3146596"/>
          </a:xfrm>
        </p:spPr>
        <p:txBody>
          <a:bodyPr/>
          <a:lstStyle/>
          <a:p>
            <a:pPr indent="270510" algn="ctr">
              <a:lnSpc>
                <a:spcPct val="150000"/>
              </a:lnSpc>
            </a:pPr>
            <a:r>
              <a:rPr lang="ru-RU" sz="4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</a:t>
            </a:r>
            <a:br>
              <a:rPr lang="ru-RU" sz="4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по дисциплине «Исследование операций и теория игр»</a:t>
            </a:r>
            <a:br>
              <a:rPr lang="ru-RU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ОПТИМИЗАЦИОННЫЕ ЗАДАЧИ С ПАРАМЕТРАМИ. ЗАДАЧИ С ПАРАМЕТРОМ В ЦЕЛЕВОЙ ФУНКЦИИ. АНАЛИТИЧЕСКИЙ МЕТОД РЕШЕНИЙ.</a:t>
            </a:r>
            <a:endParaRPr lang="ru-RU" sz="4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1F02E7-28F3-4337-AE70-068C4AC3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5467" y="5056676"/>
            <a:ext cx="7766936" cy="1096899"/>
          </a:xfrm>
        </p:spPr>
        <p:txBody>
          <a:bodyPr>
            <a:noAutofit/>
          </a:bodyPr>
          <a:lstStyle/>
          <a:p>
            <a:pPr marL="2700655" indent="270510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студентка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210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гр.</a:t>
            </a:r>
          </a:p>
          <a:p>
            <a:pPr marL="2700655" indent="270510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Гавлюк Ирина Васильевна</a:t>
            </a:r>
          </a:p>
          <a:p>
            <a:pPr marL="2700655" indent="270510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marL="2700655" indent="270510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Белая Елена Ивановна</a:t>
            </a:r>
          </a:p>
          <a:p>
            <a:endParaRPr lang="ru-RU" sz="9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78FF7-DB86-4604-A253-1AC2CB515955}"/>
              </a:ext>
            </a:extLst>
          </p:cNvPr>
          <p:cNvSpPr txBox="1"/>
          <p:nvPr/>
        </p:nvSpPr>
        <p:spPr>
          <a:xfrm>
            <a:off x="2156460" y="6098516"/>
            <a:ext cx="61010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0510" algn="ctr">
              <a:lnSpc>
                <a:spcPct val="150000"/>
              </a:lnSpc>
            </a:pP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Тирасполь, 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1E1AA-0AA7-4C04-A421-379ECB43F243}"/>
              </a:ext>
            </a:extLst>
          </p:cNvPr>
          <p:cNvSpPr txBox="1"/>
          <p:nvPr/>
        </p:nvSpPr>
        <p:spPr>
          <a:xfrm>
            <a:off x="2493432" y="226465"/>
            <a:ext cx="6091768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70510" algn="ctr">
              <a:lnSpc>
                <a:spcPct val="150000"/>
              </a:lnSpc>
            </a:pPr>
            <a:r>
              <a:rPr lang="ru-RU" sz="16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образовательное учреждение</a:t>
            </a:r>
            <a:endParaRPr lang="ru-RU" sz="9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70510" algn="ctr">
              <a:lnSpc>
                <a:spcPct val="150000"/>
              </a:lnSpc>
            </a:pPr>
            <a:r>
              <a:rPr lang="ru-RU" sz="16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«Приднестровский Государственный Университет им. Т.Г. Шевченко»</a:t>
            </a:r>
            <a:endParaRPr lang="ru-RU" sz="9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71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59A9B51-FC93-4C80-877A-4108E7B081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212426" y="493877"/>
            <a:ext cx="10979574" cy="5724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32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  <a:endParaRPr kumimoji="0" lang="ru-RU" altLang="ru-RU" sz="110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АННОТАЦИЯ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ВВЕДЕНИЕ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Оптимизационные задачи с параметрами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 Задачи с параметрами в целевой функции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Аналитический метод решения задачи параметрического программирования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en-US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Решение примера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ЗАКЛЮЧЕНИЕ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ЛИТЕРАТУРА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ПРИЛОЖЕНИЕ 1. ИСХОДНЫЕ ТЕКСТЫ ПРОГРАММЫ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2000" b="0" i="0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ПРИЛОЖЕНИЕ 2. РУКОВОДСТВО ПОЛЬЗОВАТЕЛЯ</a:t>
            </a:r>
            <a:endParaRPr kumimoji="0" lang="ru-RU" altLang="ru-RU" sz="2000" b="0" i="0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49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5A725-FD6F-464B-A8A8-47FE80694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627" y="572129"/>
            <a:ext cx="7311813" cy="988906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Аннотация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BFBABA-CA67-4D31-9FBA-23BF15A25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746" y="1816838"/>
            <a:ext cx="6407573" cy="2326639"/>
          </a:xfrm>
        </p:spPr>
        <p:txBody>
          <a:bodyPr>
            <a:normAutofit/>
          </a:bodyPr>
          <a:lstStyle/>
          <a:p>
            <a:pPr algn="l"/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 оптимизации с параметрами: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Экономика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Инженерия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Биология, и др.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DD798-4FF6-4EAA-A5C9-78B6B1E11D89}"/>
              </a:ext>
            </a:extLst>
          </p:cNvPr>
          <p:cNvSpPr txBox="1"/>
          <p:nvPr/>
        </p:nvSpPr>
        <p:spPr>
          <a:xfrm>
            <a:off x="457200" y="4162213"/>
            <a:ext cx="89408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работе рассматриваются: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виды оптимизационных задач с параметрами</a:t>
            </a:r>
          </a:p>
          <a:p>
            <a:pPr marL="720725" indent="-285750">
              <a:lnSpc>
                <a:spcPct val="150000"/>
              </a:lnSpc>
              <a:buFont typeface="Trebuchet MS" panose="020B0603020202020204" pitchFamily="34" charset="0"/>
              <a:buChar char="―"/>
            </a:pP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Лп</a:t>
            </a:r>
            <a:endParaRPr lang="ru-RU" sz="2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285750">
              <a:buFont typeface="Trebuchet MS" panose="020B0603020202020204" pitchFamily="34" charset="0"/>
              <a:buChar char="―"/>
            </a:pPr>
            <a:r>
              <a:rPr lang="ru-RU" sz="24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Нлп</a:t>
            </a: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458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7438D-CB71-4907-AA08-2EF3F8563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45254"/>
            <a:ext cx="7766936" cy="1646302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357DA3-9868-40A8-9210-45B590A3F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746" y="2486193"/>
            <a:ext cx="9750214" cy="3955247"/>
          </a:xfrm>
        </p:spPr>
        <p:txBody>
          <a:bodyPr>
            <a:normAutofit/>
          </a:bodyPr>
          <a:lstStyle/>
          <a:p>
            <a:pPr algn="l"/>
            <a:r>
              <a:rPr lang="ru-RU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и анализ методов решения оптимизационных задач с параметрами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в различных областях.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Расширить понимание оптимизационных задач с параметрами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 аналитических методов решения </a:t>
            </a:r>
          </a:p>
        </p:txBody>
      </p:sp>
    </p:spTree>
    <p:extLst>
      <p:ext uri="{BB962C8B-B14F-4D97-AF65-F5344CB8AC3E}">
        <p14:creationId xmlns:p14="http://schemas.microsoft.com/office/powerpoint/2010/main" val="138144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9046D-F2B4-497B-A9A8-FCECD1D22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706" y="1012614"/>
            <a:ext cx="8429413" cy="1659466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Оптимизационные задачи с параметрами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B35A6C2D-7D84-4410-9189-674C38B7E03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652346" y="3429000"/>
                <a:ext cx="4873414" cy="2102662"/>
              </a:xfrm>
            </p:spPr>
            <p:txBody>
              <a:bodyPr>
                <a:noAutofit/>
              </a:bodyPr>
              <a:lstStyle/>
              <a:p>
                <a:pPr indent="27051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≥0, 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≥0,</m:t>
                      </m:r>
                    </m:oMath>
                  </m:oMathPara>
                </a14:m>
                <a:endParaRPr lang="en-US" sz="2400" i="1" dirty="0">
                  <a:solidFill>
                    <a:schemeClr val="accent2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7051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4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4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≤150,</m:t>
                              </m:r>
                            </m:e>
                            <m:e>
                              <m:r>
                                <a:rPr lang="ru-RU" sz="24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4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≤100,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accent2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270510" algn="ctr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24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ru-RU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5</m:t>
                    </m:r>
                    <m:sSub>
                      <m:sSubPr>
                        <m:ctrlP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4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ru-RU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  <m:sSub>
                      <m:sSubPr>
                        <m:ctrlP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800" i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endParaRPr lang="ru-RU" sz="2400" i="1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B35A6C2D-7D84-4410-9189-674C38B7E0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652346" y="3429000"/>
                <a:ext cx="4873414" cy="21026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EA917FC-4876-4384-AD97-9CE44D924A0D}"/>
              </a:ext>
            </a:extLst>
          </p:cNvPr>
          <p:cNvSpPr txBox="1"/>
          <p:nvPr/>
        </p:nvSpPr>
        <p:spPr>
          <a:xfrm>
            <a:off x="442383" y="3289958"/>
            <a:ext cx="5736167" cy="2241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9875"/>
            <a:r>
              <a:rPr lang="ru-RU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решении оптимизационных задач с параметрами следует учитывать два основных обстоятельства: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Изменчивость исходных данных</a:t>
            </a:r>
            <a:endParaRPr lang="en-US" sz="2400" dirty="0"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Параметрическое программирование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74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A65BF-B1EC-4551-BB7F-BBF082FF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307" y="887117"/>
            <a:ext cx="7766936" cy="164630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с параметрами в целевой 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3CDD9FD5-B220-4D5C-A181-972FE2E2578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45628" y="2834638"/>
                <a:ext cx="8866293" cy="297988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ru-RU" sz="2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 решении конкретных задач исследования операций необходимо учитывать следующие два обстоятельства:</a:t>
                </a:r>
              </a:p>
              <a:p>
                <a:pPr marL="342900" indent="-342900" algn="l">
                  <a:buAutoNum type="arabicPeriod"/>
                </a:pPr>
                <a:r>
                  <a:rPr lang="ru-RU" sz="2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Исходные данные рассматриваемой задачи (для ЗЛП это коэффициенты </a:t>
                </a:r>
                <a:r>
                  <a:rPr lang="en-US" sz="2000" i="1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en-US" sz="2000" i="1" baseline="-25000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ij</a:t>
                </a:r>
                <a:r>
                  <a:rPr lang="ru-RU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en-US" sz="2000" i="1" baseline="-25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ru-RU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2000" i="1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en-US" sz="2000" i="1" baseline="-25000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  <a:r>
                  <a:rPr lang="ru-RU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2000" i="1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ru-RU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0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ru-RU" sz="20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ru-RU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  <a:r>
                  <a:rPr lang="ru-RU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0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ru-RU" sz="20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sz="2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не являются постоянными, а зависят от некоторых параметров. </a:t>
                </a:r>
              </a:p>
              <a:p>
                <a:pPr marL="342900" indent="-342900" algn="l">
                  <a:buAutoNum type="arabicPeriod"/>
                </a:pPr>
                <a:r>
                  <a:rPr lang="ru-RU" sz="2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Во-вторых, получив оптимальное решение конкретной задачи исследования операций при фиксированных значениях коэффициентов </a:t>
                </a:r>
                <a:r>
                  <a:rPr lang="en-US" sz="2000" i="1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en-US" sz="2000" i="1" baseline="-25000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ij</a:t>
                </a:r>
                <a:r>
                  <a:rPr lang="ru-RU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20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en-US" sz="2000" i="1" baseline="-25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2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 </a:t>
                </a:r>
                <a:r>
                  <a:rPr lang="en-US" sz="2000" i="1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en-US" sz="2000" i="1" baseline="-25000" dirty="0" err="1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  <a:r>
                  <a:rPr lang="ru-RU" sz="2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важно знать, в каких пределах можно изменять эти коэффициенты,</a:t>
                </a:r>
              </a:p>
              <a:p>
                <a:pPr algn="l"/>
                <a:endParaRPr lang="ru-RU" sz="1800" dirty="0">
                  <a:solidFill>
                    <a:schemeClr val="accent2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3CDD9FD5-B220-4D5C-A181-972FE2E25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45628" y="2834638"/>
                <a:ext cx="8866293" cy="2979887"/>
              </a:xfrm>
              <a:blipFill>
                <a:blip r:embed="rId2"/>
                <a:stretch>
                  <a:fillRect l="-757" t="-1022" r="-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699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16DEB63-E922-42BF-ABDA-40EFA027C9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0214" y="982029"/>
                <a:ext cx="5012266" cy="4727891"/>
              </a:xfrm>
            </p:spPr>
            <p:txBody>
              <a:bodyPr>
                <a:normAutofit fontScale="92500"/>
              </a:bodyPr>
              <a:lstStyle/>
              <a:p>
                <a:pPr marL="457200" indent="0">
                  <a:lnSpc>
                    <a:spcPct val="150000"/>
                  </a:lnSpc>
                  <a:buNone/>
                </a:pPr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Постановка задачи.</a:t>
                </a:r>
              </a:p>
              <a:p>
                <a:pPr marL="457200" indent="0">
                  <a:lnSpc>
                    <a:spcPct val="150000"/>
                  </a:lnSpc>
                  <a:buNone/>
                </a:pPr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Дана линейная для каждого значения параметра </a:t>
                </a:r>
                <a14:m>
                  <m:oMath xmlns:m="http://schemas.openxmlformats.org/officeDocument/2006/math"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функция:</a:t>
                </a:r>
              </a:p>
              <a:p>
                <a:pPr marL="457200" indent="270510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sSup>
                              <m:sSup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         (1)</a:t>
                </a:r>
              </a:p>
              <a:p>
                <a:pPr marL="457200" indent="0">
                  <a:lnSpc>
                    <a:spcPct val="120000"/>
                  </a:lnSpc>
                  <a:buNone/>
                </a:pPr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 совместная система ограничений: </a:t>
                </a:r>
              </a:p>
              <a:p>
                <a:pPr marL="457200" indent="270510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ⅈ=</m:t>
                            </m:r>
                            <m:acc>
                              <m:accPr>
                                <m:chr m:val="̅"/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;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≥0,</m:t>
                            </m:r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ru-RU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acc>
                            <m: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(2)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16DEB63-E922-42BF-ABDA-40EFA027C9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0214" y="982029"/>
                <a:ext cx="5012266" cy="472789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21D48B-F659-4D4F-978C-AB6434DDF64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89600" y="1371600"/>
            <a:ext cx="3888358" cy="38501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9298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7925E-FC27-477C-8EC6-0EA792E9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4" y="528320"/>
            <a:ext cx="8954346" cy="279908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2. Аналитический метод</a:t>
            </a:r>
            <a:br>
              <a:rPr lang="ru-RU" sz="48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</a:br>
            <a:r>
              <a:rPr lang="ru-RU" sz="48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решения задачи параметрического программирования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576F82-0602-4203-86A3-172E53170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454" y="3049242"/>
                <a:ext cx="9248986" cy="4083078"/>
              </a:xfrm>
            </p:spPr>
            <p:txBody>
              <a:bodyPr>
                <a:normAutofit/>
              </a:bodyPr>
              <a:lstStyle/>
              <a:p>
                <a:pPr marL="457200" indent="0">
                  <a:buNone/>
                </a:pPr>
                <a:r>
                  <a:rPr lang="ru-RU" sz="2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Дана линейная для каждого значения параметра </a:t>
                </a:r>
                <a14:m>
                  <m:oMath xmlns:m="http://schemas.openxmlformats.org/officeDocument/2006/math">
                    <m:r>
                      <a:rPr lang="ru-RU" sz="21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  <m:r>
                      <a:rPr lang="ru-RU" sz="21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  <m: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ru-RU" sz="2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целевая функция </a:t>
                </a:r>
              </a:p>
              <a:p>
                <a:pPr marL="457200" indent="270510"/>
                <a14:m>
                  <m:oMath xmlns:m="http://schemas.openxmlformats.org/officeDocument/2006/math">
                    <m:r>
                      <a:rPr lang="en-US" sz="21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21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  <m: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sSup>
                              <m:sSupPr>
                                <m:ctrlP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ru-RU" sz="21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    (1)</a:t>
                </a:r>
              </a:p>
              <a:p>
                <a:pPr marL="457200" indent="0">
                  <a:buNone/>
                </a:pPr>
                <a:r>
                  <a:rPr lang="ru-RU" sz="2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 совместная система ограничений:</a:t>
                </a:r>
              </a:p>
              <a:p>
                <a:pPr marL="457200" indent="270510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1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ru-RU" sz="21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ⅈ=</m:t>
                            </m:r>
                            <m:acc>
                              <m:accPr>
                                <m:chr m:val="̅"/>
                                <m:ctrlP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;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≥0,</m:t>
                            </m:r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ru-RU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acc>
                            <m:r>
                              <a:rPr lang="ru-RU" sz="21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(2)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576F82-0602-4203-86A3-172E53170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454" y="3049242"/>
                <a:ext cx="9248986" cy="4083078"/>
              </a:xfrm>
              <a:blipFill>
                <a:blip r:embed="rId2"/>
                <a:stretch>
                  <a:fillRect t="-896" r="-12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68BB06-0746-4F23-8111-6AD8F03099D9}"/>
                  </a:ext>
                </a:extLst>
              </p:cNvPr>
              <p:cNvSpPr txBox="1"/>
              <p:nvPr/>
            </p:nvSpPr>
            <p:spPr>
              <a:xfrm>
                <a:off x="5549900" y="5601166"/>
                <a:ext cx="610108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≥0,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68BB06-0746-4F23-8111-6AD8F0309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900" y="5601166"/>
                <a:ext cx="6101080" cy="369909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22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66386-A07A-4D37-B379-FDEB05B7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74" y="843280"/>
            <a:ext cx="8596668" cy="1320800"/>
          </a:xfrm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шаг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44F60FE-5EFC-4AB0-B43A-6A72F8EC0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61440" y="2495869"/>
                <a:ext cx="8596668" cy="4087811"/>
              </a:xfrm>
            </p:spPr>
            <p:txBody>
              <a:bodyPr>
                <a:normAutofit/>
              </a:bodyPr>
              <a:lstStyle/>
              <a:p>
                <a:pPr marL="457200" indent="270510"/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2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≥0,</m:t>
                    </m:r>
                    <m:r>
                      <a:rPr lang="ru-RU" sz="2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𝑗</m:t>
                    </m:r>
                    <m:r>
                      <a:rPr lang="ru-RU" sz="2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1,</m:t>
                        </m:r>
                        <m:r>
                          <a:rPr lang="en-US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  <m: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𝑚</m:t>
                        </m:r>
                      </m:e>
                    </m:acc>
                    <m:func>
                      <m:funcPr>
                        <m:ctrlP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 sz="2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ru-RU" sz="2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max</m:t>
                        </m:r>
                      </m:fName>
                      <m:e>
                        <m: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</m:e>
                    </m:func>
                    <m:d>
                      <m:dPr>
                        <m:ctrlP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          (5)</a:t>
                </a:r>
              </a:p>
              <a:p>
                <a:pPr marL="457200" indent="270510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ⅈ=</m:t>
                            </m:r>
                            <m:acc>
                              <m:accPr>
                                <m:chr m:val="̅"/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𝑍</m:t>
                            </m:r>
                            <m:d>
                              <m:dPr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𝑡</m:t>
                                    </m:r>
                                    <m:sSubSup>
                                      <m:sSubSup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′′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=0,</m:t>
                            </m:r>
                          </m:e>
                          <m:e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𝑍</m:t>
                            </m:r>
                            <m:d>
                              <m:dPr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𝛼</m:t>
                                    </m:r>
                                    <m:sSubSup>
                                      <m:sSubSup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′′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=0.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(6)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44F60FE-5EFC-4AB0-B43A-6A72F8EC0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1440" y="2495869"/>
                <a:ext cx="8596668" cy="4087811"/>
              </a:xfrm>
              <a:blipFill>
                <a:blip r:embed="rId2"/>
                <a:stretch>
                  <a:fillRect t="-11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BE4D0-2039-476E-842E-81F8124B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6729306" cy="117571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Исходная сокращенная симплекс таблица имеет вид:</a:t>
            </a:r>
            <a:endParaRPr lang="ru-RU" sz="54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BD9C47-2124-4816-A755-561D27140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59" y="1785310"/>
            <a:ext cx="8752618" cy="45545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6788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8273-CAD5-4116-B198-9F1CB55A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401" y="457200"/>
            <a:ext cx="8596668" cy="132080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Решим симплекс-методом задачу (5), (6) получим оптимальную симплекс-таблицу.</a:t>
            </a:r>
            <a:endParaRPr lang="ru-RU" sz="54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590AD28-EBA1-4B28-8ED3-EB7B24701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678622"/>
            <a:ext cx="8842587" cy="49604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8286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43A0A-326F-4AAD-9059-A6583104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94" y="975360"/>
            <a:ext cx="8596668" cy="13208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Оптимальное решение задачи:</a:t>
            </a:r>
            <a:endParaRPr lang="ru-RU" sz="60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603C398-97F4-4B5F-BBC0-DC66B81D7E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854" y="2495869"/>
                <a:ext cx="10132906" cy="3880773"/>
              </a:xfrm>
            </p:spPr>
            <p:txBody>
              <a:bodyPr/>
              <a:lstStyle/>
              <a:p>
                <a:r>
                  <a:rPr lang="ru-RU" sz="24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= </m:t>
                            </m:r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= </m:t>
                            </m:r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.........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= </m:t>
                            </m:r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.........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= </m:t>
                            </m:r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=</m:t>
                            </m:r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 ...=</m:t>
                            </m:r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=...=</m:t>
                            </m:r>
                            <m:sSubSup>
                              <m:sSubSupPr>
                                <m:ctrlP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sz="2400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u-RU" sz="2400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=0;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4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</a:t>
                </a:r>
                <a:r>
                  <a:rPr lang="en-US" sz="24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ru-RU" sz="24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α</a:t>
                </a:r>
                <a:r>
                  <a:rPr lang="ru-RU" sz="24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en-US" sz="2400" i="1" baseline="-250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</a:t>
                </a:r>
                <a:r>
                  <a:rPr lang="ru-RU" sz="24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𝑄</m:t>
                    </m:r>
                    <m:r>
                      <a:rPr lang="ru-RU" sz="24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′+</m:t>
                    </m:r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sSup>
                      <m:sSupPr>
                        <m:ctrlP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24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ru-RU" sz="2400" i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    </a:t>
                </a:r>
                <a:r>
                  <a:rPr lang="ru-RU" sz="24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(7)</a:t>
                </a:r>
              </a:p>
              <a:p>
                <a:endParaRPr lang="ru-RU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603C398-97F4-4B5F-BBC0-DC66B81D7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854" y="2495869"/>
                <a:ext cx="10132906" cy="3880773"/>
              </a:xfrm>
              <a:blipFill>
                <a:blip r:embed="rId2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526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5FBC8-3C24-4CED-ABCF-E0720A418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Второй шаг.</a:t>
            </a:r>
            <a:endParaRPr lang="ru-RU" sz="44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FE833F-3217-4D97-80E4-4A577CDFF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838960"/>
                <a:ext cx="7410026" cy="4135120"/>
              </a:xfrm>
            </p:spPr>
            <p:txBody>
              <a:bodyPr>
                <a:normAutofit fontScale="92500" lnSpcReduction="10000"/>
              </a:bodyPr>
              <a:lstStyle/>
              <a:p>
                <a:pPr indent="270510">
                  <a:lnSpc>
                    <a:spcPct val="150000"/>
                  </a:lnSpc>
                </a:pPr>
                <a:r>
                  <a:rPr lang="en-US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α</a:t>
                </a:r>
                <a:r>
                  <a:rPr lang="ru-RU" sz="26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≤ </a:t>
                </a:r>
                <a:r>
                  <a:rPr lang="en-US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 </a:t>
                </a:r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≤ </a:t>
                </a:r>
                <a:r>
                  <a:rPr lang="en-US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α</a:t>
                </a:r>
                <a:r>
                  <a:rPr lang="ru-RU" sz="26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  <a:endParaRPr lang="en-US" sz="2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70510">
                  <a:lnSpc>
                    <a:spcPct val="150000"/>
                  </a:lnSpc>
                </a:pPr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где      </a:t>
                </a:r>
                <a:r>
                  <a:rPr lang="en-US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α</a:t>
                </a:r>
                <a:r>
                  <a:rPr lang="ru-RU" sz="26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𝑚𝑎𝑥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где </m:t>
                            </m:r>
                            <m:sSub>
                              <m:sSubPr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&gt;0, </m:t>
                            </m:r>
                          </m:e>
                          <m:e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−∞, если все </m:t>
                            </m:r>
                            <m:sSub>
                              <m:sSubPr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≤0.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</a:t>
                </a:r>
              </a:p>
              <a:p>
                <a:pPr indent="270510">
                  <a:lnSpc>
                    <a:spcPct val="150000"/>
                  </a:lnSpc>
                </a:pPr>
                <a:r>
                  <a:rPr lang="en-US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α</a:t>
                </a:r>
                <a:r>
                  <a:rPr lang="ru-RU" sz="26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ru-RU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𝑚𝑖𝑛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sz="2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где </m:t>
                            </m:r>
                            <m:sSub>
                              <m:sSubPr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&lt;0, </m:t>
                            </m:r>
                          </m:e>
                          <m:e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∞, если все </m:t>
                            </m:r>
                            <m:sSub>
                              <m:sSubPr>
                                <m:ctrlP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sz="2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u-RU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≥0.</m:t>
                            </m:r>
                          </m:e>
                        </m:eqArr>
                      </m:e>
                    </m:d>
                  </m:oMath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FE833F-3217-4D97-80E4-4A577CDFF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838960"/>
                <a:ext cx="7410026" cy="41351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A5C049-B4DC-4858-B55B-F43AA3D963C5}"/>
                  </a:ext>
                </a:extLst>
              </p:cNvPr>
              <p:cNvSpPr txBox="1"/>
              <p:nvPr/>
            </p:nvSpPr>
            <p:spPr>
              <a:xfrm>
                <a:off x="5036820" y="1739035"/>
                <a:ext cx="6101080" cy="585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en-US" sz="3200" i="1" baseline="-25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  <a:r>
                  <a:rPr lang="en-US" sz="32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3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 </a:t>
                </a:r>
                <a:r>
                  <a:rPr lang="en-US" sz="3200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td</a:t>
                </a:r>
                <a:r>
                  <a:rPr lang="en-US" sz="3200" i="1" baseline="-25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</a:t>
                </a:r>
                <a:r>
                  <a:rPr lang="en-US" sz="32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3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≥ 0, </a:t>
                </a:r>
                <a14:m>
                  <m:oMath xmlns:m="http://schemas.openxmlformats.org/officeDocument/2006/math"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A5C049-B4DC-4858-B55B-F43AA3D96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820" y="1739035"/>
                <a:ext cx="6101080" cy="585930"/>
              </a:xfrm>
              <a:prstGeom prst="rect">
                <a:avLst/>
              </a:prstGeom>
              <a:blipFill>
                <a:blip r:embed="rId3"/>
                <a:stretch>
                  <a:fillRect l="-2498" t="-13542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F2C3BC-30F2-4C6C-A1F4-789316A2F837}"/>
                  </a:ext>
                </a:extLst>
              </p:cNvPr>
              <p:cNvSpPr txBox="1"/>
              <p:nvPr/>
            </p:nvSpPr>
            <p:spPr>
              <a:xfrm>
                <a:off x="4721668" y="3464560"/>
                <a:ext cx="61010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F2C3BC-30F2-4C6C-A1F4-789316A2F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668" y="3464560"/>
                <a:ext cx="610108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424354-FF75-4589-8ED0-065C4F1113B6}"/>
                  </a:ext>
                </a:extLst>
              </p:cNvPr>
              <p:cNvSpPr txBox="1"/>
              <p:nvPr/>
            </p:nvSpPr>
            <p:spPr>
              <a:xfrm>
                <a:off x="5792701" y="5231569"/>
                <a:ext cx="6101080" cy="742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70510">
                  <a:lnSpc>
                    <a:spcPct val="150000"/>
                  </a:lnSpc>
                </a:pPr>
                <a:r>
                  <a:rPr lang="en-US" sz="3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ru-RU" sz="3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3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α</a:t>
                </a:r>
                <a:r>
                  <a:rPr lang="ru-RU" sz="3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en-US" sz="32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</a:t>
                </a:r>
                <a:r>
                  <a:rPr lang="ru-RU" sz="32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𝑄</m:t>
                    </m:r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′+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  <m:sSup>
                      <m:sSup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ru-RU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424354-FF75-4589-8ED0-065C4F111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701" y="5231569"/>
                <a:ext cx="6101080" cy="742511"/>
              </a:xfrm>
              <a:prstGeom prst="rect">
                <a:avLst/>
              </a:prstGeom>
              <a:blipFill>
                <a:blip r:embed="rId5"/>
                <a:stretch>
                  <a:fillRect b="-254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87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AFB36-98DE-493E-8122-586A0F80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Третий шаг.</a:t>
            </a:r>
            <a:r>
              <a:rPr lang="ru-RU" sz="4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8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40E7A37-0804-48F2-84DE-F0D59231E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-2032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FC93505-D139-4B31-9756-4096859C0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-157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Схематически разбиение отрезка [</a:t>
            </a:r>
            <a:r>
              <a:rPr kumimoji="0" lang="en-US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α</a:t>
            </a: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kumimoji="0" lang="en-US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β</a:t>
            </a: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можно изобразить так: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Объект 14">
                <a:extLst>
                  <a:ext uri="{FF2B5EF4-FFF2-40B4-BE49-F238E27FC236}">
                    <a16:creationId xmlns:a16="http://schemas.microsoft.com/office/drawing/2014/main" id="{2FC710BA-5DE5-471A-A8BC-7649C96671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44028"/>
                <a:ext cx="8596668" cy="2370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limLow>
                      <m:limLowPr>
                        <m:ctrlPr>
                          <a:rPr lang="ru-RU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ru-RU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ru-RU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&lt;0</m:t>
                        </m:r>
                      </m:lim>
                    </m:limLow>
                    <m:d>
                      <m:dPr>
                        <m:begChr m:val="{"/>
                        <m:endChr m:val="}"/>
                        <m:ctrlPr>
                          <a:rPr lang="ru-RU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2800" i="1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с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u-RU" sz="2800" i="1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ⅆ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ru-RU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ru-RU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с</m:t>
                            </m:r>
                          </m:e>
                          <m:sub>
                            <m: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ⅆ</m:t>
                            </m:r>
                          </m:e>
                          <m:sub>
                            <m:r>
                              <a:rPr lang="ru-RU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ru-RU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endParaRPr lang="en-US" sz="28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 </a:t>
                </a:r>
                <a:r>
                  <a:rPr lang="en-US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rgbClr val="002060"/>
                    </a:solidFill>
                  </a:rPr>
                  <a:t>,  </a:t>
                </a:r>
                <a:r>
                  <a:rPr lang="en-US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en-US" sz="2400" i="1" baseline="-250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</a:t>
                </a:r>
                <a:r>
                  <a:rPr lang="en-US" sz="2400" i="1" dirty="0" err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td</a:t>
                </a:r>
                <a:r>
                  <a:rPr lang="en-US" sz="2400" i="1" baseline="-25000" dirty="0" err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&lt; 0, </a:t>
                </a:r>
                <a:r>
                  <a:rPr lang="ru-RU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т.к. </a:t>
                </a:r>
                <a:r>
                  <a:rPr lang="en-US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en-US" sz="2400" i="1" baseline="-250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&lt; 0</a:t>
                </a:r>
                <a:r>
                  <a:rPr lang="ru-RU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endParaRPr lang="ru-RU" sz="24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r>
                  <a:rPr lang="ru-RU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 </a:t>
                </a:r>
                <a:r>
                  <a:rPr lang="en-US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оценка: </a:t>
                </a:r>
                <a:r>
                  <a:rPr lang="en-US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en-US" sz="2400" i="1" baseline="-250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ru-RU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</a:t>
                </a:r>
                <a:r>
                  <a:rPr lang="en-US" sz="2400" i="1" dirty="0" err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td</a:t>
                </a:r>
                <a:r>
                  <a:rPr lang="en-US" sz="2400" i="1" baseline="-25000" dirty="0" err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en-US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ru-RU" sz="24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ru-RU" sz="2400" i="1" baseline="-250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+(</m:t>
                    </m:r>
                    <m:r>
                      <a:rPr lang="ru-RU" sz="24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с</m:t>
                            </m:r>
                          </m:e>
                          <m:sub>
                            <m:r>
                              <a:rPr lang="ru-RU" sz="24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4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ⅆ</m:t>
                            </m:r>
                          </m:e>
                          <m:sub>
                            <m:r>
                              <a:rPr lang="ru-RU" sz="24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ru-RU" sz="24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sSub>
                      <m:sSubPr>
                        <m:ctrlP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ru-RU" sz="24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ru-RU" sz="2400" i="1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0</a:t>
                </a:r>
                <a:endParaRPr lang="ru-RU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Объект 14">
                <a:extLst>
                  <a:ext uri="{FF2B5EF4-FFF2-40B4-BE49-F238E27FC236}">
                    <a16:creationId xmlns:a16="http://schemas.microsoft.com/office/drawing/2014/main" id="{2FC710BA-5DE5-471A-A8BC-7649C96671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44028"/>
                <a:ext cx="8596668" cy="2370771"/>
              </a:xfrm>
              <a:blipFill>
                <a:blip r:embed="rId2"/>
                <a:stretch>
                  <a:fillRect l="-1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Объект 4">
            <a:extLst>
              <a:ext uri="{FF2B5EF4-FFF2-40B4-BE49-F238E27FC236}">
                <a16:creationId xmlns:a16="http://schemas.microsoft.com/office/drawing/2014/main" id="{E4504531-987B-4AE8-87F8-B1DED9BC4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87" y="4847415"/>
            <a:ext cx="8327813" cy="1721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F105516-D650-40EE-AED7-CC3884F006EA}"/>
              </a:ext>
            </a:extLst>
          </p:cNvPr>
          <p:cNvSpPr txBox="1"/>
          <p:nvPr/>
        </p:nvSpPr>
        <p:spPr>
          <a:xfrm>
            <a:off x="562188" y="4074159"/>
            <a:ext cx="8700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Схематически разбиение отрезка [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β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можно изобразить так: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448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FB1A974-1BC2-4969-8478-A52FD6684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479293"/>
              </p:ext>
            </p:extLst>
          </p:nvPr>
        </p:nvGraphicFramePr>
        <p:xfrm>
          <a:off x="627221" y="1714252"/>
          <a:ext cx="8801258" cy="3631814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200079">
                  <a:extLst>
                    <a:ext uri="{9D8B030D-6E8A-4147-A177-3AD203B41FA5}">
                      <a16:colId xmlns:a16="http://schemas.microsoft.com/office/drawing/2014/main" val="626228613"/>
                    </a:ext>
                  </a:extLst>
                </a:gridCol>
                <a:gridCol w="2200079">
                  <a:extLst>
                    <a:ext uri="{9D8B030D-6E8A-4147-A177-3AD203B41FA5}">
                      <a16:colId xmlns:a16="http://schemas.microsoft.com/office/drawing/2014/main" val="120492702"/>
                    </a:ext>
                  </a:extLst>
                </a:gridCol>
                <a:gridCol w="2200079">
                  <a:extLst>
                    <a:ext uri="{9D8B030D-6E8A-4147-A177-3AD203B41FA5}">
                      <a16:colId xmlns:a16="http://schemas.microsoft.com/office/drawing/2014/main" val="3674517504"/>
                    </a:ext>
                  </a:extLst>
                </a:gridCol>
                <a:gridCol w="2201021">
                  <a:extLst>
                    <a:ext uri="{9D8B030D-6E8A-4147-A177-3AD203B41FA5}">
                      <a16:colId xmlns:a16="http://schemas.microsoft.com/office/drawing/2014/main" val="3007219108"/>
                    </a:ext>
                  </a:extLst>
                </a:gridCol>
              </a:tblGrid>
              <a:tr h="108254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ресурсов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Расход сырья на изготовление 1-го изделия вида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ресурсов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5149938"/>
                  </a:ext>
                </a:extLst>
              </a:tr>
              <a:tr h="33084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83379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Сырье Ⅰ вида (т)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3202017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Сырье Ⅱ вида (т)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3949947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Прибыль (тыс.рублей)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+t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4-t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094005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689B5C81-D680-4073-A754-96654CE45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1" y="5567651"/>
            <a:ext cx="63857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Значение прибыли зависят от параметра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[-20;20].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22D4386-BE50-4E3B-82C4-65B0B8B39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421" y="567603"/>
            <a:ext cx="29592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endParaRPr kumimoji="0" lang="ru-RU" altLang="ru-RU" sz="4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050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66436-4908-40E2-B874-7C2BE55C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54" y="448905"/>
            <a:ext cx="9025466" cy="119888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Математическая</a:t>
            </a: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модель задачи имеет вид.</a:t>
            </a:r>
            <a:endParaRPr lang="ru-RU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B0DE83F-FDCA-41CD-91A4-C5004C3842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094" y="1107439"/>
                <a:ext cx="6942666" cy="2418081"/>
              </a:xfrm>
            </p:spPr>
            <p:txBody>
              <a:bodyPr>
                <a:normAutofit fontScale="85000" lnSpcReduction="10000"/>
              </a:bodyPr>
              <a:lstStyle/>
              <a:p>
                <a:pPr indent="270510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≥0, </m:t>
                    </m:r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≥0,</m:t>
                    </m:r>
                  </m:oMath>
                </a14:m>
                <a:endParaRPr lang="ru-R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70510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+5</m:t>
                            </m:r>
                            <m:sSub>
                              <m:sSub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≤150,</m:t>
                            </m:r>
                          </m:e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5</m:t>
                            </m:r>
                            <m:sSub>
                              <m:sSub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≤100,</m:t>
                            </m:r>
                          </m:e>
                        </m:eqArr>
                      </m:e>
                    </m:d>
                  </m:oMath>
                </a14:m>
                <a:endParaRPr lang="ru-R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7051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5+</m:t>
                        </m:r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4−</m:t>
                        </m:r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→</m:t>
                    </m:r>
                    <m:func>
                      <m:func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𝑚𝑎𝑥</m:t>
                        </m:r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 </m:t>
                        </m:r>
                      </m:fName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func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−20;20</m:t>
                        </m:r>
                      </m:e>
                    </m:d>
                  </m:oMath>
                </a14:m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B0DE83F-FDCA-41CD-91A4-C5004C384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094" y="1107439"/>
                <a:ext cx="6942666" cy="24180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CC1BCB-1330-4E75-B5C6-04EBBAA65B79}"/>
                  </a:ext>
                </a:extLst>
              </p:cNvPr>
              <p:cNvSpPr txBox="1"/>
              <p:nvPr/>
            </p:nvSpPr>
            <p:spPr>
              <a:xfrm>
                <a:off x="1130300" y="3984585"/>
                <a:ext cx="6101080" cy="2424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7051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≥0,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𝑗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1,4</m:t>
                          </m:r>
                        </m:e>
                      </m:acc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</m:t>
                      </m:r>
                      <m:func>
                        <m:func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ru-RU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𝑍</m:t>
                          </m:r>
                        </m:e>
                      </m:func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−20</m:t>
                              </m:r>
                            </m:e>
                          </m:d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</m:sub>
                      </m:sSub>
                    </m:oMath>
                  </m:oMathPara>
                </a14:m>
                <a:endParaRPr lang="ru-RU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7051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                   3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+5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+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  =150,</m:t>
                              </m:r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                   5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+2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       +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=100,</m:t>
                              </m:r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5+</m:t>
                                  </m:r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4−</m:t>
                                  </m:r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+0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−20</m:t>
                                  </m:r>
                                </m:e>
                              </m:d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+15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   −24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+0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+0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CC1BCB-1330-4E75-B5C6-04EBBAA65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00" y="3984585"/>
                <a:ext cx="6101080" cy="2424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057F43-D354-4AD3-A064-834CD8695880}"/>
              </a:ext>
            </a:extLst>
          </p:cNvPr>
          <p:cNvSpPr/>
          <p:nvPr/>
        </p:nvSpPr>
        <p:spPr>
          <a:xfrm>
            <a:off x="997875" y="3429000"/>
            <a:ext cx="36342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600" dirty="0">
                <a:ln w="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Стандартный вид</a:t>
            </a:r>
            <a:endParaRPr lang="ru-RU" sz="3600" b="0" cap="none" spc="0" dirty="0">
              <a:ln w="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1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58078122-63AB-46BD-B67F-FDEF2B77F7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1866887"/>
                  </p:ext>
                </p:extLst>
              </p:nvPr>
            </p:nvGraphicFramePr>
            <p:xfrm>
              <a:off x="620479" y="1343248"/>
              <a:ext cx="7812322" cy="481543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64618">
                      <a:extLst>
                        <a:ext uri="{9D8B030D-6E8A-4147-A177-3AD203B41FA5}">
                          <a16:colId xmlns:a16="http://schemas.microsoft.com/office/drawing/2014/main" val="2780623543"/>
                        </a:ext>
                      </a:extLst>
                    </a:gridCol>
                    <a:gridCol w="837436">
                      <a:extLst>
                        <a:ext uri="{9D8B030D-6E8A-4147-A177-3AD203B41FA5}">
                          <a16:colId xmlns:a16="http://schemas.microsoft.com/office/drawing/2014/main" val="3467733750"/>
                        </a:ext>
                      </a:extLst>
                    </a:gridCol>
                    <a:gridCol w="1348891">
                      <a:extLst>
                        <a:ext uri="{9D8B030D-6E8A-4147-A177-3AD203B41FA5}">
                          <a16:colId xmlns:a16="http://schemas.microsoft.com/office/drawing/2014/main" val="1250852607"/>
                        </a:ext>
                      </a:extLst>
                    </a:gridCol>
                    <a:gridCol w="797157">
                      <a:extLst>
                        <a:ext uri="{9D8B030D-6E8A-4147-A177-3AD203B41FA5}">
                          <a16:colId xmlns:a16="http://schemas.microsoft.com/office/drawing/2014/main" val="2471055736"/>
                        </a:ext>
                      </a:extLst>
                    </a:gridCol>
                    <a:gridCol w="854297">
                      <a:extLst>
                        <a:ext uri="{9D8B030D-6E8A-4147-A177-3AD203B41FA5}">
                          <a16:colId xmlns:a16="http://schemas.microsoft.com/office/drawing/2014/main" val="2289842507"/>
                        </a:ext>
                      </a:extLst>
                    </a:gridCol>
                    <a:gridCol w="796219">
                      <a:extLst>
                        <a:ext uri="{9D8B030D-6E8A-4147-A177-3AD203B41FA5}">
                          <a16:colId xmlns:a16="http://schemas.microsoft.com/office/drawing/2014/main" val="393191900"/>
                        </a:ext>
                      </a:extLst>
                    </a:gridCol>
                    <a:gridCol w="854297">
                      <a:extLst>
                        <a:ext uri="{9D8B030D-6E8A-4147-A177-3AD203B41FA5}">
                          <a16:colId xmlns:a16="http://schemas.microsoft.com/office/drawing/2014/main" val="408969478"/>
                        </a:ext>
                      </a:extLst>
                    </a:gridCol>
                    <a:gridCol w="1859407">
                      <a:extLst>
                        <a:ext uri="{9D8B030D-6E8A-4147-A177-3AD203B41FA5}">
                          <a16:colId xmlns:a16="http://schemas.microsoft.com/office/drawing/2014/main" val="380952399"/>
                        </a:ext>
                      </a:extLst>
                    </a:gridCol>
                  </a:tblGrid>
                  <a:tr h="34200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aseline="-25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846510"/>
                      </a:ext>
                    </a:extLst>
                  </a:tr>
                  <a:tr h="7305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    </a:t>
                          </a:r>
                          <a:r>
                            <a:rPr lang="ru-RU" sz="1800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</a:t>
                          </a:r>
                          <a:r>
                            <a:rPr lang="en-US" sz="1800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8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268254"/>
                      </a:ext>
                    </a:extLst>
                  </a:tr>
                  <a:tr h="5474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150:5 = 30 min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84621828"/>
                      </a:ext>
                    </a:extLst>
                  </a:tr>
                  <a:tr h="34200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100:2 = 50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18569476"/>
                      </a:ext>
                    </a:extLst>
                  </a:tr>
                  <a:tr h="34200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Z(t)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-5-t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-4+t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22782641"/>
                      </a:ext>
                    </a:extLst>
                  </a:tr>
                  <a:tr h="34200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Z(-20)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37873981"/>
                      </a:ext>
                    </a:extLst>
                  </a:tr>
                  <a:tr h="5474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2732765"/>
                      </a:ext>
                    </a:extLst>
                  </a:tr>
                  <a:tr h="34200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5403392"/>
                      </a:ext>
                    </a:extLst>
                  </a:tr>
                  <a:tr h="547420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Z(t)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-13/5-8/5t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4/5-1/5t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120-30t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5531213"/>
                      </a:ext>
                    </a:extLst>
                  </a:tr>
                  <a:tr h="34200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Z(-20)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147/5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58111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58078122-63AB-46BD-B67F-FDEF2B77F7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1866887"/>
                  </p:ext>
                </p:extLst>
              </p:nvPr>
            </p:nvGraphicFramePr>
            <p:xfrm>
              <a:off x="620479" y="1343248"/>
              <a:ext cx="7812322" cy="481543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64618">
                      <a:extLst>
                        <a:ext uri="{9D8B030D-6E8A-4147-A177-3AD203B41FA5}">
                          <a16:colId xmlns:a16="http://schemas.microsoft.com/office/drawing/2014/main" val="2780623543"/>
                        </a:ext>
                      </a:extLst>
                    </a:gridCol>
                    <a:gridCol w="837436">
                      <a:extLst>
                        <a:ext uri="{9D8B030D-6E8A-4147-A177-3AD203B41FA5}">
                          <a16:colId xmlns:a16="http://schemas.microsoft.com/office/drawing/2014/main" val="3467733750"/>
                        </a:ext>
                      </a:extLst>
                    </a:gridCol>
                    <a:gridCol w="1348891">
                      <a:extLst>
                        <a:ext uri="{9D8B030D-6E8A-4147-A177-3AD203B41FA5}">
                          <a16:colId xmlns:a16="http://schemas.microsoft.com/office/drawing/2014/main" val="1250852607"/>
                        </a:ext>
                      </a:extLst>
                    </a:gridCol>
                    <a:gridCol w="797157">
                      <a:extLst>
                        <a:ext uri="{9D8B030D-6E8A-4147-A177-3AD203B41FA5}">
                          <a16:colId xmlns:a16="http://schemas.microsoft.com/office/drawing/2014/main" val="2471055736"/>
                        </a:ext>
                      </a:extLst>
                    </a:gridCol>
                    <a:gridCol w="854297">
                      <a:extLst>
                        <a:ext uri="{9D8B030D-6E8A-4147-A177-3AD203B41FA5}">
                          <a16:colId xmlns:a16="http://schemas.microsoft.com/office/drawing/2014/main" val="2289842507"/>
                        </a:ext>
                      </a:extLst>
                    </a:gridCol>
                    <a:gridCol w="796219">
                      <a:extLst>
                        <a:ext uri="{9D8B030D-6E8A-4147-A177-3AD203B41FA5}">
                          <a16:colId xmlns:a16="http://schemas.microsoft.com/office/drawing/2014/main" val="393191900"/>
                        </a:ext>
                      </a:extLst>
                    </a:gridCol>
                    <a:gridCol w="854297">
                      <a:extLst>
                        <a:ext uri="{9D8B030D-6E8A-4147-A177-3AD203B41FA5}">
                          <a16:colId xmlns:a16="http://schemas.microsoft.com/office/drawing/2014/main" val="408969478"/>
                        </a:ext>
                      </a:extLst>
                    </a:gridCol>
                    <a:gridCol w="1859407">
                      <a:extLst>
                        <a:ext uri="{9D8B030D-6E8A-4147-A177-3AD203B41FA5}">
                          <a16:colId xmlns:a16="http://schemas.microsoft.com/office/drawing/2014/main" val="380952399"/>
                        </a:ext>
                      </a:extLst>
                    </a:gridCol>
                  </a:tblGrid>
                  <a:tr h="3622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aseline="-25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20984" t="-535" r="-656" b="-3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46510"/>
                      </a:ext>
                    </a:extLst>
                  </a:tr>
                  <a:tr h="77368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    </a:t>
                          </a:r>
                          <a:r>
                            <a:rPr lang="ru-RU" sz="1800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</a:t>
                          </a:r>
                          <a:r>
                            <a:rPr lang="en-US" sz="1800" baseline="-250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n-US" sz="18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268254"/>
                      </a:ext>
                    </a:extLst>
                  </a:tr>
                  <a:tr h="5474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150:5 = 30 min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84621828"/>
                      </a:ext>
                    </a:extLst>
                  </a:tr>
                  <a:tr h="3622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100:2 = 50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18569476"/>
                      </a:ext>
                    </a:extLst>
                  </a:tr>
                  <a:tr h="362204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Z(t)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-5-t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-4+t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22782641"/>
                      </a:ext>
                    </a:extLst>
                  </a:tr>
                  <a:tr h="362204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Z(-20)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37873981"/>
                      </a:ext>
                    </a:extLst>
                  </a:tr>
                  <a:tr h="5474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2732765"/>
                      </a:ext>
                    </a:extLst>
                  </a:tr>
                  <a:tr h="3622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1800" baseline="-25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5403392"/>
                      </a:ext>
                    </a:extLst>
                  </a:tr>
                  <a:tr h="773684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Z(t)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-13/5-8/5t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4/5-1/5t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120-30t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5531213"/>
                      </a:ext>
                    </a:extLst>
                  </a:tr>
                  <a:tr h="362204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Z(-20)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147/5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24/5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720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ru-RU" sz="1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58111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FB452848-DA10-4AB8-846B-775003AFC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" y="871423"/>
            <a:ext cx="141476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решении используем полные симплекс-таблицы.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9E78384-F781-4CEC-9A18-15419036B36D}"/>
              </a:ext>
            </a:extLst>
          </p:cNvPr>
          <p:cNvSpPr/>
          <p:nvPr/>
        </p:nvSpPr>
        <p:spPr>
          <a:xfrm>
            <a:off x="5334000" y="7081837"/>
            <a:ext cx="340796" cy="272565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D3D19CB-77CC-4552-B682-B71E00903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" y="6259390"/>
            <a:ext cx="141476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(-20)</a:t>
            </a:r>
            <a:r>
              <a:rPr kumimoji="0" lang="en-US" altLang="ru-RU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720,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оптимальное решение 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ru-RU" altLang="ru-RU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(0; 30; 0; 40).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AB6D4-3B69-4815-A77A-32A46EAB22D9}"/>
              </a:ext>
            </a:extLst>
          </p:cNvPr>
          <p:cNvSpPr txBox="1"/>
          <p:nvPr/>
        </p:nvSpPr>
        <p:spPr>
          <a:xfrm>
            <a:off x="274320" y="253791"/>
            <a:ext cx="807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Первый шаг. 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475879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4E872-2AA6-462B-A3C1-BD8A6E53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4880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шаг.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75004F-7F78-4F31-95EC-956BDEA798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454" y="1554480"/>
                <a:ext cx="9350586" cy="388111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− </m:t>
                            </m:r>
                            <m:f>
                              <m:f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≥0;</m:t>
                            </m:r>
                          </m:e>
                          <m:e>
                            <m:f>
                              <m:f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− </m:t>
                            </m:r>
                            <m:f>
                              <m:f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≥0;</m:t>
                            </m:r>
                          </m:e>
                        </m:eqArr>
                        <m:d>
                          <m:dPr>
                            <m:begChr m:val="{"/>
                            <m:endChr m:val=""/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≤−</m:t>
                                </m:r>
                                <m:f>
                                  <m:f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;</m:t>
                                </m:r>
                              </m:e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≤4;</m:t>
                                </m:r>
                              </m:e>
                            </m:eqAr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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≤−</m:t>
                            </m:r>
                            <m:f>
                              <m:f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;</m:t>
                    </m:r>
                    <m:d>
                      <m:dPr>
                        <m:begChr m:val="{"/>
                        <m:endChr m:val="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 −∞,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= −</m:t>
                            </m:r>
                            <m:f>
                              <m:fPr>
                                <m:ctrlP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ru-RU" sz="2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ru-R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ru-R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24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Первый отрезок.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При 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∈ [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20;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ru-RU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] решение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является оптимальным и 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en-US" sz="24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</a:t>
                </a:r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120 – 30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 этом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&lt;20</m:t>
                    </m:r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При 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&gt;−</m:t>
                    </m:r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отрицательной станет оценка 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 решение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уже не оптимально.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75004F-7F78-4F31-95EC-956BDEA79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454" y="1554480"/>
                <a:ext cx="9350586" cy="3881119"/>
              </a:xfrm>
              <a:blipFill>
                <a:blip r:embed="rId2"/>
                <a:stretch>
                  <a:fillRect l="-522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322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6A8DC0F-8460-4383-A133-228007E7BD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25970"/>
              </p:ext>
            </p:extLst>
          </p:nvPr>
        </p:nvGraphicFramePr>
        <p:xfrm>
          <a:off x="598011" y="703135"/>
          <a:ext cx="9175909" cy="40929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61639">
                  <a:extLst>
                    <a:ext uri="{9D8B030D-6E8A-4147-A177-3AD203B41FA5}">
                      <a16:colId xmlns:a16="http://schemas.microsoft.com/office/drawing/2014/main" val="1137510620"/>
                    </a:ext>
                  </a:extLst>
                </a:gridCol>
                <a:gridCol w="839825">
                  <a:extLst>
                    <a:ext uri="{9D8B030D-6E8A-4147-A177-3AD203B41FA5}">
                      <a16:colId xmlns:a16="http://schemas.microsoft.com/office/drawing/2014/main" val="895258296"/>
                    </a:ext>
                  </a:extLst>
                </a:gridCol>
                <a:gridCol w="1545497">
                  <a:extLst>
                    <a:ext uri="{9D8B030D-6E8A-4147-A177-3AD203B41FA5}">
                      <a16:colId xmlns:a16="http://schemas.microsoft.com/office/drawing/2014/main" val="322669026"/>
                    </a:ext>
                  </a:extLst>
                </a:gridCol>
                <a:gridCol w="773294">
                  <a:extLst>
                    <a:ext uri="{9D8B030D-6E8A-4147-A177-3AD203B41FA5}">
                      <a16:colId xmlns:a16="http://schemas.microsoft.com/office/drawing/2014/main" val="3494424422"/>
                    </a:ext>
                  </a:extLst>
                </a:gridCol>
                <a:gridCol w="1700373">
                  <a:extLst>
                    <a:ext uri="{9D8B030D-6E8A-4147-A177-3AD203B41FA5}">
                      <a16:colId xmlns:a16="http://schemas.microsoft.com/office/drawing/2014/main" val="1796988372"/>
                    </a:ext>
                  </a:extLst>
                </a:gridCol>
                <a:gridCol w="1478965">
                  <a:extLst>
                    <a:ext uri="{9D8B030D-6E8A-4147-A177-3AD203B41FA5}">
                      <a16:colId xmlns:a16="http://schemas.microsoft.com/office/drawing/2014/main" val="35433076"/>
                    </a:ext>
                  </a:extLst>
                </a:gridCol>
                <a:gridCol w="1976316">
                  <a:extLst>
                    <a:ext uri="{9D8B030D-6E8A-4147-A177-3AD203B41FA5}">
                      <a16:colId xmlns:a16="http://schemas.microsoft.com/office/drawing/2014/main" val="534272936"/>
                    </a:ext>
                  </a:extLst>
                </a:gridCol>
              </a:tblGrid>
              <a:tr h="355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4315511"/>
                  </a:ext>
                </a:extLst>
              </a:tr>
              <a:tr h="760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   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560303"/>
                  </a:ext>
                </a:extLst>
              </a:tr>
              <a:tr h="355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2962492"/>
                  </a:ext>
                </a:extLst>
              </a:tr>
              <a:tr h="355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19/5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-2/5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7586298"/>
                  </a:ext>
                </a:extLst>
              </a:tr>
              <a:tr h="760644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Z(t)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-13/5-8/5t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4/5-1/5t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120-30t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4553358"/>
                  </a:ext>
                </a:extLst>
              </a:tr>
              <a:tr h="355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5/19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-3/19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450/19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6516773"/>
                  </a:ext>
                </a:extLst>
              </a:tr>
              <a:tr h="3559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-2/19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5/19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200/19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3689884"/>
                  </a:ext>
                </a:extLst>
              </a:tr>
              <a:tr h="760644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Z(t)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10/19-7/19t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13/19+8/19t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2800/19-250/19t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2404068"/>
                  </a:ext>
                </a:extLst>
              </a:tr>
            </a:tbl>
          </a:graphicData>
        </a:graphic>
      </p:graphicFrame>
      <p:sp>
        <p:nvSpPr>
          <p:cNvPr id="5" name="Овал 4">
            <a:extLst>
              <a:ext uri="{FF2B5EF4-FFF2-40B4-BE49-F238E27FC236}">
                <a16:creationId xmlns:a16="http://schemas.microsoft.com/office/drawing/2014/main" id="{AE20B7E5-18C0-4E33-A728-19DE847848D1}"/>
              </a:ext>
            </a:extLst>
          </p:cNvPr>
          <p:cNvSpPr/>
          <p:nvPr/>
        </p:nvSpPr>
        <p:spPr>
          <a:xfrm>
            <a:off x="2694304" y="2184400"/>
            <a:ext cx="790575" cy="365759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4F5F14-E025-4736-A8C0-9AF85109E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" y="5161511"/>
            <a:ext cx="64415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-13/8 оптимальным является решение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ru-RU" altLang="ru-RU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20019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45019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0; 0);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ru-RU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280019-250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000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2D012-0335-4B68-B7B3-A3E6FA25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Третий шаг</a:t>
            </a:r>
            <a:endParaRPr lang="ru-RU" sz="7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1D3CA450-A793-4A5F-A92C-E315664826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5775" y="1195389"/>
                <a:ext cx="10372706" cy="5164771"/>
              </a:xfrm>
            </p:spPr>
            <p:txBody>
              <a:bodyPr>
                <a:noAutofit/>
              </a:bodyPr>
              <a:lstStyle/>
              <a:p>
                <a:pPr indent="270510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19</m:t>
                                </m:r>
                              </m:den>
                            </m:f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19</m:t>
                                </m:r>
                              </m:den>
                            </m:f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≥0;</m:t>
                            </m:r>
                          </m:e>
                          <m:e>
                            <m:f>
                              <m:f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19</m:t>
                                </m:r>
                              </m:den>
                            </m:f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19</m:t>
                                </m:r>
                              </m:den>
                            </m:f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≥0;</m:t>
                            </m:r>
                          </m:e>
                        </m:eqArr>
                        <m:d>
                          <m:dPr>
                            <m:begChr m:val="{"/>
                            <m:endChr m:val=""/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;</m:t>
                                </m:r>
                              </m:e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≥−</m:t>
                                </m:r>
                                <m:f>
                                  <m:f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;</m:t>
                                </m:r>
                              </m:e>
                            </m:eqArr>
                            <m:d>
                              <m:dPr>
                                <m:begChr m:val="{"/>
                                <m:endChr m:val=""/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=−</m:t>
                                    </m:r>
                                    <m:f>
                                      <m:fPr>
                                        <m:ctrlP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13</m:t>
                                        </m:r>
                                      </m:num>
                                      <m:den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;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&lt;</m:t>
                                    </m:r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𝛽</m:t>
                                    </m:r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=20.</m:t>
                                    </m:r>
                                  </m:e>
                                </m:eqAr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ru-RU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70510">
                  <a:lnSpc>
                    <a:spcPct val="150000"/>
                  </a:lnSpc>
                </a:pPr>
                <a:r>
                  <a:rPr lang="ru-RU" sz="24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Второй отрезок.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При 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 </a:t>
                </a:r>
                <a:r>
                  <a:rPr lang="ru-RU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∈ [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ru-RU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;</a:t>
                </a:r>
                <a:r>
                  <a:rPr lang="ru-RU" sz="2400" dirty="0">
                    <a:ea typeface="Times New Roman" panose="020206030504050203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] решение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200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450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0; 0) является оптимальным. </a:t>
                </a:r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ru-RU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en-US" sz="2400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 </a:t>
                </a:r>
                <a:r>
                  <a:rPr lang="ru-RU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2800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19</m:t>
                        </m:r>
                      </m:den>
                    </m:f>
                    <m:r>
                      <a:rPr lang="ru-RU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250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lang="ru-RU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отрицательной станет оценка: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19</m:t>
                        </m:r>
                      </m:den>
                    </m:f>
                    <m:r>
                      <a:rPr lang="ru-RU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19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endParaRPr lang="ru-R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1D3CA450-A793-4A5F-A92C-E315664826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5775" y="1195389"/>
                <a:ext cx="10372706" cy="5164771"/>
              </a:xfrm>
              <a:blipFill>
                <a:blip r:embed="rId3"/>
                <a:stretch>
                  <a:fillRect r="-4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9687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765EF5A-6259-4CEB-8149-4B0D16A9B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879051"/>
              </p:ext>
            </p:extLst>
          </p:nvPr>
        </p:nvGraphicFramePr>
        <p:xfrm>
          <a:off x="634517" y="889863"/>
          <a:ext cx="8418844" cy="448019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22169">
                  <a:extLst>
                    <a:ext uri="{9D8B030D-6E8A-4147-A177-3AD203B41FA5}">
                      <a16:colId xmlns:a16="http://schemas.microsoft.com/office/drawing/2014/main" val="3615167938"/>
                    </a:ext>
                  </a:extLst>
                </a:gridCol>
                <a:gridCol w="696344">
                  <a:extLst>
                    <a:ext uri="{9D8B030D-6E8A-4147-A177-3AD203B41FA5}">
                      <a16:colId xmlns:a16="http://schemas.microsoft.com/office/drawing/2014/main" val="192511832"/>
                    </a:ext>
                  </a:extLst>
                </a:gridCol>
                <a:gridCol w="804254">
                  <a:extLst>
                    <a:ext uri="{9D8B030D-6E8A-4147-A177-3AD203B41FA5}">
                      <a16:colId xmlns:a16="http://schemas.microsoft.com/office/drawing/2014/main" val="3008022277"/>
                    </a:ext>
                  </a:extLst>
                </a:gridCol>
                <a:gridCol w="841146">
                  <a:extLst>
                    <a:ext uri="{9D8B030D-6E8A-4147-A177-3AD203B41FA5}">
                      <a16:colId xmlns:a16="http://schemas.microsoft.com/office/drawing/2014/main" val="560350412"/>
                    </a:ext>
                  </a:extLst>
                </a:gridCol>
                <a:gridCol w="1437881">
                  <a:extLst>
                    <a:ext uri="{9D8B030D-6E8A-4147-A177-3AD203B41FA5}">
                      <a16:colId xmlns:a16="http://schemas.microsoft.com/office/drawing/2014/main" val="2672087360"/>
                    </a:ext>
                  </a:extLst>
                </a:gridCol>
                <a:gridCol w="1868600">
                  <a:extLst>
                    <a:ext uri="{9D8B030D-6E8A-4147-A177-3AD203B41FA5}">
                      <a16:colId xmlns:a16="http://schemas.microsoft.com/office/drawing/2014/main" val="4063303863"/>
                    </a:ext>
                  </a:extLst>
                </a:gridCol>
                <a:gridCol w="2048450">
                  <a:extLst>
                    <a:ext uri="{9D8B030D-6E8A-4147-A177-3AD203B41FA5}">
                      <a16:colId xmlns:a16="http://schemas.microsoft.com/office/drawing/2014/main" val="3916484788"/>
                    </a:ext>
                  </a:extLst>
                </a:gridCol>
              </a:tblGrid>
              <a:tr h="385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186465"/>
                  </a:ext>
                </a:extLst>
              </a:tr>
              <a:tr h="6988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  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07841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5/19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-3/19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450/19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9234288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-2/19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5/19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200/19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4843040"/>
                  </a:ext>
                </a:extLst>
              </a:tr>
              <a:tr h="698813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Z(t)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10/19-7/19t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13/19+8/19t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2800/19-250/19t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5640202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19/5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-3/5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6924776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5+t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2857557"/>
                  </a:ext>
                </a:extLst>
              </a:tr>
              <a:tr h="107056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Z(t)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-2+7/5t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1+1/5t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100+20t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7492520"/>
                  </a:ext>
                </a:extLst>
              </a:tr>
            </a:tbl>
          </a:graphicData>
        </a:graphic>
      </p:graphicFrame>
      <p:sp>
        <p:nvSpPr>
          <p:cNvPr id="5" name="Овал 4">
            <a:extLst>
              <a:ext uri="{FF2B5EF4-FFF2-40B4-BE49-F238E27FC236}">
                <a16:creationId xmlns:a16="http://schemas.microsoft.com/office/drawing/2014/main" id="{9E44C548-725A-4EA8-86FD-B1B365DE6E37}"/>
              </a:ext>
            </a:extLst>
          </p:cNvPr>
          <p:cNvSpPr/>
          <p:nvPr/>
        </p:nvSpPr>
        <p:spPr>
          <a:xfrm>
            <a:off x="3927158" y="1985782"/>
            <a:ext cx="1000442" cy="432298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699C40-35D7-42A5-8C7A-6E1A11707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18" y="5606586"/>
            <a:ext cx="8418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Оптимальное решение: 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ru-RU" altLang="ru-RU" sz="2400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20;0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90; 0);  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ru-RU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=100+20t.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088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36DEC66-65EC-4241-BBC9-E37FD0156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833121"/>
                <a:ext cx="9848426" cy="5208242"/>
              </a:xfrm>
            </p:spPr>
            <p:txBody>
              <a:bodyPr>
                <a:noAutofit/>
              </a:bodyPr>
              <a:lstStyle/>
              <a:p>
                <a:pPr indent="270510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−2+</m:t>
                            </m:r>
                            <m:f>
                              <m:f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≥0;</m:t>
                            </m:r>
                          </m:e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≥0;</m:t>
                            </m:r>
                          </m:e>
                        </m:eqArr>
                        <m:d>
                          <m:dPr>
                            <m:begChr m:val="{"/>
                            <m:endChr m:val=""/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;</m:t>
                                </m:r>
                              </m:e>
                              <m:e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≥−</m:t>
                                </m:r>
                                <m:f>
                                  <m:f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;</m:t>
                                </m:r>
                              </m:e>
                            </m:eqArr>
                            <m:d>
                              <m:dPr>
                                <m:begChr m:val="{"/>
                                <m:endChr m:val=""/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10</m:t>
                                        </m:r>
                                      </m:num>
                                      <m:den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;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=+∞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&gt;</m:t>
                                    </m:r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𝛽</m:t>
                                    </m:r>
                                    <m:r>
                                      <a:rPr lang="ru-RU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=20.</m:t>
                                    </m:r>
                                  </m:e>
                                </m:eqAr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ru-R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lnSpc>
                    <a:spcPct val="150000"/>
                  </a:lnSpc>
                  <a:buNone/>
                </a:pP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Так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=+∞&gt;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𝛽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=20</m:t>
                    </m:r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 получим последний третий отрезок.</a:t>
                </a:r>
              </a:p>
              <a:p>
                <a:pPr indent="270510">
                  <a:lnSpc>
                    <a:spcPct val="150000"/>
                  </a:lnSpc>
                </a:pPr>
                <a:r>
                  <a:rPr lang="ru-RU" sz="24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Третий отрезок.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  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∈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20] оптимальным является решение</a:t>
                </a:r>
              </a:p>
              <a:p>
                <a:pPr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20;0</m:t>
                    </m:r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90; 0);  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max </a:t>
                </a:r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100+20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36DEC66-65EC-4241-BBC9-E37FD0156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833121"/>
                <a:ext cx="9848426" cy="520824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625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2C4B94-C2F3-4313-BD7B-7CB2C26F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320800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Ответ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84D9873-5320-486D-A513-3FB36DCF9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∈ [</a:t>
                </a:r>
                <a14:m>
                  <m:oMath xmlns:m="http://schemas.openxmlformats.org/officeDocument/2006/math">
                    <m:r>
                      <a:rPr lang="ru-RU" sz="2800" b="0" i="0" smtClean="0">
                        <a:effectLst/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−20;−</m:t>
                    </m:r>
                    <m:f>
                      <m:fPr>
                        <m:ctrlPr>
                          <a:rPr lang="ru-RU" sz="2800" i="1" smtClean="0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;] оптимальным является план </a:t>
                </a:r>
              </a:p>
              <a:p>
                <a:pPr marL="0" indent="0">
                  <a:buNone/>
                </a:pPr>
                <a:r>
                  <a:rPr lang="ru-RU" sz="2800" dirty="0">
                    <a:effectLst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(0; 30; 0; 40) и </a:t>
                </a:r>
                <a:r>
                  <a:rPr lang="en-US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120 – 30</a:t>
                </a:r>
                <a:r>
                  <a:rPr lang="en-US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∈ [</a:t>
                </a:r>
                <a14:m>
                  <m:oMath xmlns:m="http://schemas.openxmlformats.org/officeDocument/2006/math"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оптимальным является план </a:t>
                </a:r>
              </a:p>
              <a:p>
                <a:pPr marL="0" indent="0">
                  <a:buNone/>
                </a:pPr>
                <a:r>
                  <a:rPr lang="ru-RU" sz="280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450</m:t>
                        </m:r>
                      </m:num>
                      <m:den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0; 0) и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</a:t>
                </a:r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2800</m:t>
                        </m:r>
                      </m:num>
                      <m:den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a:rPr lang="ru-RU" sz="2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250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 </a:t>
                </a:r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 </a:t>
                </a:r>
                <a:r>
                  <a:rPr lang="ru-RU" sz="28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∈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ru-RU" sz="28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; 20] оптимальным является план</a:t>
                </a:r>
              </a:p>
              <a:p>
                <a:pPr marL="0" indent="0">
                  <a:buNone/>
                </a:pPr>
                <a:r>
                  <a:rPr lang="ru-RU" sz="28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(</a:t>
                </a:r>
                <a14:m>
                  <m:oMath xmlns:m="http://schemas.openxmlformats.org/officeDocument/2006/math"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20;0</m:t>
                    </m:r>
                  </m:oMath>
                </a14:m>
                <a:r>
                  <a:rPr lang="ru-RU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90; 0) и </a:t>
                </a:r>
                <a:r>
                  <a:rPr lang="en-US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en-US" sz="28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 </a:t>
                </a:r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100+20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84D9873-5320-486D-A513-3FB36DCF9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1" t="-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3117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CFFB5-1C9E-41D6-A42E-270A3536A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34" y="1544320"/>
            <a:ext cx="8596668" cy="955040"/>
          </a:xfrm>
        </p:spPr>
        <p:txBody>
          <a:bodyPr>
            <a:normAutofit/>
          </a:bodyPr>
          <a:lstStyle/>
          <a:p>
            <a:pPr algn="ctr"/>
            <a:r>
              <a:rPr lang="ru-RU" sz="4800" b="1" kern="0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ЗАКЛЮЧЕНИЕ</a:t>
            </a:r>
            <a:endParaRPr lang="ru-RU" sz="8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617A9-4531-415C-8EB9-8A3D4A515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53360"/>
            <a:ext cx="8596668" cy="328800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Важность учета параметров</a:t>
            </a: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Сложность принятия решений</a:t>
            </a:r>
            <a:endParaRPr lang="ru-RU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Использование аналитического метода</a:t>
            </a: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Необходимость дополнительных исследований</a:t>
            </a:r>
          </a:p>
          <a:p>
            <a:r>
              <a:rPr lang="ru-RU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Возможности для дальнейших исследований</a:t>
            </a:r>
            <a:endParaRPr lang="ru-RU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443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B0847-67DF-436E-B44E-F0689836D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94" y="1950720"/>
            <a:ext cx="8596668" cy="914400"/>
          </a:xfrm>
        </p:spPr>
        <p:txBody>
          <a:bodyPr>
            <a:normAutofit/>
          </a:bodyPr>
          <a:lstStyle/>
          <a:p>
            <a:pPr algn="ctr"/>
            <a:r>
              <a:rPr lang="ru-RU" sz="48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Литература</a:t>
            </a:r>
            <a:endParaRPr lang="ru-RU" sz="8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7258CA-23CF-4629-A496-7016807ED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976880"/>
            <a:ext cx="8596668" cy="2810482"/>
          </a:xfrm>
        </p:spPr>
        <p:txBody>
          <a:bodyPr>
            <a:normAutofit/>
          </a:bodyPr>
          <a:lstStyle/>
          <a:p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Методы оптимизации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Г.В.Спиридонова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П.В.Макаров,Н.В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Семёнова, Т.И.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Старчук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Е.И. Белая,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И.И.Журжи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2012  - 65 с.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28353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E0CC3-62DA-4944-AAE9-76B3B341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74" y="2382520"/>
            <a:ext cx="9157546" cy="2092960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Руководство по использованию программы</a:t>
            </a:r>
            <a:endParaRPr lang="ru-RU" sz="7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556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9314A5-79DB-496B-85B7-ADFB91ED7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94" y="528320"/>
            <a:ext cx="9198186" cy="3880773"/>
          </a:xfrm>
        </p:spPr>
        <p:txBody>
          <a:bodyPr>
            <a:normAutofit/>
          </a:bodyPr>
          <a:lstStyle/>
          <a:p>
            <a:pPr marL="457200" indent="0">
              <a:lnSpc>
                <a:spcPct val="150000"/>
              </a:lnSpc>
              <a:buNone/>
            </a:pP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Ввод данных</a:t>
            </a:r>
          </a:p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запросит у вас ввод данных. При вводе обязательно соблюдайте то, о чем программа вас просит, никаких лишних запятых или пробелов.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876A65-8513-4B7A-A8BD-FE7B80A86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04" y="2925646"/>
            <a:ext cx="11285002" cy="36171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52137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41AC3-EFCE-41B0-92F8-AE999C6C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Вывод математической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E9592B-62F4-4DF1-8C3D-2F6B35EC9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74" y="1488613"/>
            <a:ext cx="8596668" cy="3880773"/>
          </a:xfrm>
        </p:spPr>
        <p:txBody>
          <a:bodyPr>
            <a:norm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ввода всех необходимых данных, программа выведет математическую модель задачи линейного программирования в стандартной форме</a:t>
            </a:r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B92E27-6D70-432A-A8D8-5C077BD5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53" y="3314064"/>
            <a:ext cx="10470835" cy="22686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00139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A7555-01A3-4461-8AED-A0E6BE138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4" y="71120"/>
            <a:ext cx="5510106" cy="326644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Вывод и</a:t>
            </a: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тераций симплекс-метода и вывод промежуточных результатов</a:t>
            </a:r>
            <a:endParaRPr lang="ru-RU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B6DB31-57B3-4399-B9C6-8BA2EA6B0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49" y="2617790"/>
            <a:ext cx="4341706" cy="3691570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Программа будет выполнять итерации, находя последовательные отрезки интервала для параметра</a:t>
            </a:r>
            <a:r>
              <a:rPr lang="ru-RU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обновляя симплекс-таблицу и проверяя оптимальность решения. После каждой итерации будет выводиться текущая симплекс-таблица и значения переменных.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5C18B6-E537-4C33-8824-CBD201963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931" y="1196797"/>
            <a:ext cx="7201535" cy="54681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23941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F441D-DF6C-49FE-A1BB-09560D6F8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414" y="2560320"/>
            <a:ext cx="9716346" cy="2611120"/>
          </a:xfrm>
        </p:spPr>
        <p:txBody>
          <a:bodyPr>
            <a:noAutofit/>
          </a:bodyPr>
          <a:lstStyle/>
          <a:p>
            <a:r>
              <a:rPr lang="ru-RU" sz="7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420818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691</TotalTime>
  <Words>1408</Words>
  <Application>Microsoft Office PowerPoint</Application>
  <PresentationFormat>Широкоэкранный</PresentationFormat>
  <Paragraphs>323</Paragraphs>
  <Slides>30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9" baseType="lpstr">
      <vt:lpstr>Arial</vt:lpstr>
      <vt:lpstr>Calibri</vt:lpstr>
      <vt:lpstr>Cambria Math</vt:lpstr>
      <vt:lpstr>Courier New</vt:lpstr>
      <vt:lpstr>Times New Roman</vt:lpstr>
      <vt:lpstr>Trebuchet MS</vt:lpstr>
      <vt:lpstr>Wingdings</vt:lpstr>
      <vt:lpstr>Wingdings 3</vt:lpstr>
      <vt:lpstr>Аспект</vt:lpstr>
      <vt:lpstr>Курсовая работа  по дисциплине «Исследование операций и теория игр» ОПТИМИЗАЦИОННЫЕ ЗАДАЧИ С ПАРАМЕТРАМИ. ЗАДАЧИ С ПАРАМЕТРОМ В ЦЕЛЕВОЙ ФУНКЦИИ. АНАЛИТИЧЕСКИЙ МЕТОД РЕШЕНИЙ.</vt:lpstr>
      <vt:lpstr>ОГЛАВЛЕНИЕ АННОТАЦИЯ ВВЕДЕНИЕ 1. Оптимизационные задачи с параметрами 1.1. Задачи с параметрами в целевой функции 2. Аналитический метод решения задачи параметрического программирования 3. Решение примера ЗАКЛЮЧЕНИЕ ЛИТЕРАТУРА ПРИЛОЖЕНИЕ 1. ИСХОДНЫЕ ТЕКСТЫ ПРОГРАММЫ ПРИЛОЖЕНИЕ 2. РУКОВОДСТВО ПОЛЬЗОВАТЕЛЯ </vt:lpstr>
      <vt:lpstr>Аннотация</vt:lpstr>
      <vt:lpstr>Введение</vt:lpstr>
      <vt:lpstr>1. Оптимизационные задачи с параметрами</vt:lpstr>
      <vt:lpstr>1.1 Задачи с параметрами в целевой функции</vt:lpstr>
      <vt:lpstr>Презентация PowerPoint</vt:lpstr>
      <vt:lpstr>2. Аналитический метод решения задачи параметрического программирования</vt:lpstr>
      <vt:lpstr>Первый шаг</vt:lpstr>
      <vt:lpstr>Исходная сокращенная симплекс таблица имеет вид:</vt:lpstr>
      <vt:lpstr>Решим симплекс-методом задачу (5), (6) получим оптимальную симплекс-таблицу.</vt:lpstr>
      <vt:lpstr>Оптимальное решение задачи:</vt:lpstr>
      <vt:lpstr>Второй шаг.</vt:lpstr>
      <vt:lpstr>Третий шаг. </vt:lpstr>
      <vt:lpstr>Презентация PowerPoint</vt:lpstr>
      <vt:lpstr>Математическая модель задачи имеет вид.</vt:lpstr>
      <vt:lpstr>Презентация PowerPoint</vt:lpstr>
      <vt:lpstr>Второй шаг. </vt:lpstr>
      <vt:lpstr>Презентация PowerPoint</vt:lpstr>
      <vt:lpstr>Третий шаг</vt:lpstr>
      <vt:lpstr>Презентация PowerPoint</vt:lpstr>
      <vt:lpstr>Презентация PowerPoint</vt:lpstr>
      <vt:lpstr>Ответ</vt:lpstr>
      <vt:lpstr>ЗАКЛЮЧЕНИЕ</vt:lpstr>
      <vt:lpstr>Литература</vt:lpstr>
      <vt:lpstr>Руководство по использованию программы</vt:lpstr>
      <vt:lpstr>Презентация PowerPoint</vt:lpstr>
      <vt:lpstr>2. Вывод математической модели</vt:lpstr>
      <vt:lpstr>3. Вывод итераций симплекс-метода и вывод промежуточных результатов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 по дисциплине «Исследование операций и теория игр» ОПТИМИЗАЦИОННЫЕ ЗАДАЧИ С ПАРАМЕТРАМИ. ЗАДАЧИ С ПАРАМЕТРОМ В ЦЕЛЕВОЙ ФУНКЦИИ. АНАЛИТИЧЕСКИЙ МЕТОД РЕШЕНИЙ.</dc:title>
  <dc:creator>Ирина Гавлюк</dc:creator>
  <cp:lastModifiedBy>Ирина Гавлюк</cp:lastModifiedBy>
  <cp:revision>23</cp:revision>
  <dcterms:created xsi:type="dcterms:W3CDTF">2024-06-07T07:13:38Z</dcterms:created>
  <dcterms:modified xsi:type="dcterms:W3CDTF">2024-06-08T21:25:03Z</dcterms:modified>
</cp:coreProperties>
</file>